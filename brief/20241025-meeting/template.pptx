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Max Fordham bullet" panose="020B0604020202020204" charset="0"/>
      <p:regular r:id="rId16"/>
    </p:embeddedFont>
  </p:embeddedFontLst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0817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81635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22453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63271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040893" algn="l" defTabSz="816357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6pPr>
    <a:lvl7pPr marL="2449072" algn="l" defTabSz="816357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7pPr>
    <a:lvl8pPr marL="2857250" algn="l" defTabSz="816357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8pPr>
    <a:lvl9pPr marL="3265428" algn="l" defTabSz="816357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507">
          <p15:clr>
            <a:srgbClr val="A4A3A4"/>
          </p15:clr>
        </p15:guide>
        <p15:guide id="3" orient="horz" pos="894">
          <p15:clr>
            <a:srgbClr val="A4A3A4"/>
          </p15:clr>
        </p15:guide>
        <p15:guide id="4" orient="horz" pos="3073">
          <p15:clr>
            <a:srgbClr val="A4A3A4"/>
          </p15:clr>
        </p15:guide>
        <p15:guide id="5" orient="horz" pos="667">
          <p15:clr>
            <a:srgbClr val="A4A3A4"/>
          </p15:clr>
        </p15:guide>
        <p15:guide id="6" pos="2880">
          <p15:clr>
            <a:srgbClr val="A4A3A4"/>
          </p15:clr>
        </p15:guide>
        <p15:guide id="7" pos="272">
          <p15:clr>
            <a:srgbClr val="A4A3A4"/>
          </p15:clr>
        </p15:guide>
        <p15:guide id="8" pos="5345">
          <p15:clr>
            <a:srgbClr val="A4A3A4"/>
          </p15:clr>
        </p15:guide>
        <p15:guide id="9" pos="5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C0C0C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6954" autoAdjust="0"/>
    <p:restoredTop sz="94660"/>
  </p:normalViewPr>
  <p:slideViewPr>
    <p:cSldViewPr snapToGrid="0" showGuides="1">
      <p:cViewPr varScale="1">
        <p:scale>
          <a:sx n="212" d="100"/>
          <a:sy n="212" d="100"/>
        </p:scale>
        <p:origin x="216" y="160"/>
      </p:cViewPr>
      <p:guideLst>
        <p:guide orient="horz" pos="1620"/>
        <p:guide orient="horz" pos="507"/>
        <p:guide orient="horz" pos="894"/>
        <p:guide orient="horz" pos="3073"/>
        <p:guide orient="horz" pos="667"/>
        <p:guide pos="2880"/>
        <p:guide pos="272"/>
        <p:guide pos="5345"/>
        <p:guide pos="5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DFFB8-EF4E-41AC-A857-B897018BAF28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6E107-52BF-4915-A714-9458F15A48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23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425A4-6D7B-4CD8-B1CE-BCC9238C81E8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BE29A-E986-4AB1-8DEF-F79D888FD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5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163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08179" algn="l" defTabSz="8163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16357" algn="l" defTabSz="8163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24536" algn="l" defTabSz="8163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32715" algn="l" defTabSz="8163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040893" algn="l" defTabSz="8163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49072" algn="l" defTabSz="8163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57250" algn="l" defTabSz="8163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65428" algn="l" defTabSz="8163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31801" y="1617821"/>
            <a:ext cx="6376987" cy="1092994"/>
          </a:xfrm>
          <a:prstGeom prst="rect">
            <a:avLst/>
          </a:prstGeom>
        </p:spPr>
        <p:txBody>
          <a:bodyPr lIns="67501" tIns="33751" rIns="67501" bIns="33751"/>
          <a:lstStyle>
            <a:lvl1pPr marL="0" inden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Max Fordham bullet" pitchFamily="2" charset="0"/>
              <a:buNone/>
              <a:defRPr sz="1800" baseline="0"/>
            </a:lvl1pPr>
          </a:lstStyle>
          <a:p>
            <a:r>
              <a:rPr lang="en-US" dirty="0"/>
              <a:t>Click to Add Subtitle</a:t>
            </a:r>
            <a:br>
              <a:rPr lang="en-US" dirty="0"/>
            </a:br>
            <a:r>
              <a:rPr lang="en-US" dirty="0"/>
              <a:t>Names of Presenters</a:t>
            </a:r>
            <a:br>
              <a:rPr lang="en-US" dirty="0"/>
            </a:br>
            <a:r>
              <a:rPr lang="en-US" dirty="0"/>
              <a:t>Date of Presentation</a:t>
            </a:r>
          </a:p>
          <a:p>
            <a:endParaRPr lang="en-US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31801" y="396427"/>
            <a:ext cx="5580063" cy="119863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ADD PRESENTATION TITLE</a:t>
            </a:r>
          </a:p>
        </p:txBody>
      </p:sp>
      <p:sp>
        <p:nvSpPr>
          <p:cNvPr id="19" name="Rectangle 4"/>
          <p:cNvSpPr>
            <a:spLocks noChangeArrowheads="1"/>
          </p:cNvSpPr>
          <p:nvPr userDrawn="1"/>
        </p:nvSpPr>
        <p:spPr bwMode="blackWhite">
          <a:xfrm>
            <a:off x="431801" y="1600200"/>
            <a:ext cx="3419475" cy="40481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/>
          </a:p>
        </p:txBody>
      </p:sp>
      <p:sp>
        <p:nvSpPr>
          <p:cNvPr id="24" name="Freeform 6"/>
          <p:cNvSpPr>
            <a:spLocks noEditPoints="1"/>
          </p:cNvSpPr>
          <p:nvPr userDrawn="1"/>
        </p:nvSpPr>
        <p:spPr bwMode="invGray">
          <a:xfrm>
            <a:off x="0" y="-1"/>
            <a:ext cx="5897706" cy="4874336"/>
          </a:xfrm>
          <a:custGeom>
            <a:avLst/>
            <a:gdLst>
              <a:gd name="T0" fmla="*/ 161925 w 5355"/>
              <a:gd name="T1" fmla="*/ 4922838 h 4320"/>
              <a:gd name="T2" fmla="*/ 520700 w 5355"/>
              <a:gd name="T3" fmla="*/ 5278438 h 4320"/>
              <a:gd name="T4" fmla="*/ 915988 w 5355"/>
              <a:gd name="T5" fmla="*/ 5594350 h 4320"/>
              <a:gd name="T6" fmla="*/ 1341438 w 5355"/>
              <a:gd name="T7" fmla="*/ 5862638 h 4320"/>
              <a:gd name="T8" fmla="*/ 1797050 w 5355"/>
              <a:gd name="T9" fmla="*/ 6083300 h 4320"/>
              <a:gd name="T10" fmla="*/ 2279650 w 5355"/>
              <a:gd name="T11" fmla="*/ 6254750 h 4320"/>
              <a:gd name="T12" fmla="*/ 2782888 w 5355"/>
              <a:gd name="T13" fmla="*/ 6370638 h 4320"/>
              <a:gd name="T14" fmla="*/ 3043238 w 5355"/>
              <a:gd name="T15" fmla="*/ 6858000 h 4320"/>
              <a:gd name="T16" fmla="*/ 2519363 w 5355"/>
              <a:gd name="T17" fmla="*/ 6780213 h 4320"/>
              <a:gd name="T18" fmla="*/ 2008188 w 5355"/>
              <a:gd name="T19" fmla="*/ 6643688 h 4320"/>
              <a:gd name="T20" fmla="*/ 1519238 w 5355"/>
              <a:gd name="T21" fmla="*/ 6457950 h 4320"/>
              <a:gd name="T22" fmla="*/ 1049338 w 5355"/>
              <a:gd name="T23" fmla="*/ 6221413 h 4320"/>
              <a:gd name="T24" fmla="*/ 606425 w 5355"/>
              <a:gd name="T25" fmla="*/ 5934075 h 4320"/>
              <a:gd name="T26" fmla="*/ 193675 w 5355"/>
              <a:gd name="T27" fmla="*/ 5599113 h 4320"/>
              <a:gd name="T28" fmla="*/ 0 w 5355"/>
              <a:gd name="T29" fmla="*/ 4732338 h 4320"/>
              <a:gd name="T30" fmla="*/ 8501063 w 5355"/>
              <a:gd name="T31" fmla="*/ 2344738 h 4320"/>
              <a:gd name="T32" fmla="*/ 8423275 w 5355"/>
              <a:gd name="T33" fmla="*/ 2871788 h 4320"/>
              <a:gd name="T34" fmla="*/ 8293100 w 5355"/>
              <a:gd name="T35" fmla="*/ 3384550 h 4320"/>
              <a:gd name="T36" fmla="*/ 8107363 w 5355"/>
              <a:gd name="T37" fmla="*/ 3879850 h 4320"/>
              <a:gd name="T38" fmla="*/ 7872413 w 5355"/>
              <a:gd name="T39" fmla="*/ 4352925 h 4320"/>
              <a:gd name="T40" fmla="*/ 7586663 w 5355"/>
              <a:gd name="T41" fmla="*/ 4795838 h 4320"/>
              <a:gd name="T42" fmla="*/ 7253288 w 5355"/>
              <a:gd name="T43" fmla="*/ 5211763 h 4320"/>
              <a:gd name="T44" fmla="*/ 6873875 w 5355"/>
              <a:gd name="T45" fmla="*/ 5594350 h 4320"/>
              <a:gd name="T46" fmla="*/ 6461125 w 5355"/>
              <a:gd name="T47" fmla="*/ 5929313 h 4320"/>
              <a:gd name="T48" fmla="*/ 6018213 w 5355"/>
              <a:gd name="T49" fmla="*/ 6218238 h 4320"/>
              <a:gd name="T50" fmla="*/ 5546725 w 5355"/>
              <a:gd name="T51" fmla="*/ 6454775 h 4320"/>
              <a:gd name="T52" fmla="*/ 5054600 w 5355"/>
              <a:gd name="T53" fmla="*/ 6643688 h 4320"/>
              <a:gd name="T54" fmla="*/ 4543425 w 5355"/>
              <a:gd name="T55" fmla="*/ 6778625 h 4320"/>
              <a:gd name="T56" fmla="*/ 4019550 w 5355"/>
              <a:gd name="T57" fmla="*/ 6858000 h 4320"/>
              <a:gd name="T58" fmla="*/ 4279900 w 5355"/>
              <a:gd name="T59" fmla="*/ 6370638 h 4320"/>
              <a:gd name="T60" fmla="*/ 4787900 w 5355"/>
              <a:gd name="T61" fmla="*/ 6254750 h 4320"/>
              <a:gd name="T62" fmla="*/ 5275263 w 5355"/>
              <a:gd name="T63" fmla="*/ 6078538 h 4320"/>
              <a:gd name="T64" fmla="*/ 5734050 w 5355"/>
              <a:gd name="T65" fmla="*/ 5854700 h 4320"/>
              <a:gd name="T66" fmla="*/ 6165850 w 5355"/>
              <a:gd name="T67" fmla="*/ 5578475 h 4320"/>
              <a:gd name="T68" fmla="*/ 6562725 w 5355"/>
              <a:gd name="T69" fmla="*/ 5257800 h 4320"/>
              <a:gd name="T70" fmla="*/ 6919913 w 5355"/>
              <a:gd name="T71" fmla="*/ 4897438 h 4320"/>
              <a:gd name="T72" fmla="*/ 7237413 w 5355"/>
              <a:gd name="T73" fmla="*/ 4498975 h 4320"/>
              <a:gd name="T74" fmla="*/ 7508875 w 5355"/>
              <a:gd name="T75" fmla="*/ 4068763 h 4320"/>
              <a:gd name="T76" fmla="*/ 7729538 w 5355"/>
              <a:gd name="T77" fmla="*/ 3606800 h 4320"/>
              <a:gd name="T78" fmla="*/ 7902575 w 5355"/>
              <a:gd name="T79" fmla="*/ 3119438 h 4320"/>
              <a:gd name="T80" fmla="*/ 8016875 w 5355"/>
              <a:gd name="T81" fmla="*/ 2608263 h 4320"/>
              <a:gd name="T82" fmla="*/ 7658100 w 5355"/>
              <a:gd name="T83" fmla="*/ 0 h 4320"/>
              <a:gd name="T84" fmla="*/ 8240713 w 5355"/>
              <a:gd name="T85" fmla="*/ 230188 h 4320"/>
              <a:gd name="T86" fmla="*/ 8380413 w 5355"/>
              <a:gd name="T87" fmla="*/ 698500 h 4320"/>
              <a:gd name="T88" fmla="*/ 8472488 w 5355"/>
              <a:gd name="T89" fmla="*/ 1181100 h 4320"/>
              <a:gd name="T90" fmla="*/ 8050213 w 5355"/>
              <a:gd name="T91" fmla="*/ 1427163 h 4320"/>
              <a:gd name="T92" fmla="*/ 7972425 w 5355"/>
              <a:gd name="T93" fmla="*/ 931863 h 4320"/>
              <a:gd name="T94" fmla="*/ 7840663 w 5355"/>
              <a:gd name="T95" fmla="*/ 454025 h 4320"/>
              <a:gd name="T96" fmla="*/ 7658100 w 5355"/>
              <a:gd name="T97" fmla="*/ 0 h 432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355" h="4320">
                <a:moveTo>
                  <a:pt x="0" y="2981"/>
                </a:moveTo>
                <a:lnTo>
                  <a:pt x="102" y="3101"/>
                </a:lnTo>
                <a:lnTo>
                  <a:pt x="213" y="3216"/>
                </a:lnTo>
                <a:lnTo>
                  <a:pt x="328" y="3325"/>
                </a:lnTo>
                <a:lnTo>
                  <a:pt x="450" y="3428"/>
                </a:lnTo>
                <a:lnTo>
                  <a:pt x="577" y="3524"/>
                </a:lnTo>
                <a:lnTo>
                  <a:pt x="708" y="3611"/>
                </a:lnTo>
                <a:lnTo>
                  <a:pt x="845" y="3693"/>
                </a:lnTo>
                <a:lnTo>
                  <a:pt x="986" y="3767"/>
                </a:lnTo>
                <a:lnTo>
                  <a:pt x="1132" y="3832"/>
                </a:lnTo>
                <a:lnTo>
                  <a:pt x="1282" y="3891"/>
                </a:lnTo>
                <a:lnTo>
                  <a:pt x="1436" y="3940"/>
                </a:lnTo>
                <a:lnTo>
                  <a:pt x="1593" y="3982"/>
                </a:lnTo>
                <a:lnTo>
                  <a:pt x="1753" y="4013"/>
                </a:lnTo>
                <a:lnTo>
                  <a:pt x="1917" y="4036"/>
                </a:lnTo>
                <a:lnTo>
                  <a:pt x="1917" y="4320"/>
                </a:lnTo>
                <a:lnTo>
                  <a:pt x="1751" y="4300"/>
                </a:lnTo>
                <a:lnTo>
                  <a:pt x="1587" y="4271"/>
                </a:lnTo>
                <a:lnTo>
                  <a:pt x="1424" y="4232"/>
                </a:lnTo>
                <a:lnTo>
                  <a:pt x="1265" y="4185"/>
                </a:lnTo>
                <a:lnTo>
                  <a:pt x="1109" y="4131"/>
                </a:lnTo>
                <a:lnTo>
                  <a:pt x="957" y="4068"/>
                </a:lnTo>
                <a:lnTo>
                  <a:pt x="807" y="3997"/>
                </a:lnTo>
                <a:lnTo>
                  <a:pt x="661" y="3919"/>
                </a:lnTo>
                <a:lnTo>
                  <a:pt x="520" y="3832"/>
                </a:lnTo>
                <a:lnTo>
                  <a:pt x="382" y="3738"/>
                </a:lnTo>
                <a:lnTo>
                  <a:pt x="250" y="3636"/>
                </a:lnTo>
                <a:lnTo>
                  <a:pt x="122" y="3527"/>
                </a:lnTo>
                <a:lnTo>
                  <a:pt x="0" y="3411"/>
                </a:lnTo>
                <a:lnTo>
                  <a:pt x="0" y="2981"/>
                </a:lnTo>
                <a:close/>
                <a:moveTo>
                  <a:pt x="5071" y="1477"/>
                </a:moveTo>
                <a:lnTo>
                  <a:pt x="5355" y="1477"/>
                </a:lnTo>
                <a:lnTo>
                  <a:pt x="5336" y="1645"/>
                </a:lnTo>
                <a:lnTo>
                  <a:pt x="5306" y="1809"/>
                </a:lnTo>
                <a:lnTo>
                  <a:pt x="5269" y="1971"/>
                </a:lnTo>
                <a:lnTo>
                  <a:pt x="5224" y="2132"/>
                </a:lnTo>
                <a:lnTo>
                  <a:pt x="5170" y="2290"/>
                </a:lnTo>
                <a:lnTo>
                  <a:pt x="5107" y="2444"/>
                </a:lnTo>
                <a:lnTo>
                  <a:pt x="5037" y="2594"/>
                </a:lnTo>
                <a:lnTo>
                  <a:pt x="4959" y="2742"/>
                </a:lnTo>
                <a:lnTo>
                  <a:pt x="4873" y="2883"/>
                </a:lnTo>
                <a:lnTo>
                  <a:pt x="4779" y="3021"/>
                </a:lnTo>
                <a:lnTo>
                  <a:pt x="4678" y="3155"/>
                </a:lnTo>
                <a:lnTo>
                  <a:pt x="4569" y="3283"/>
                </a:lnTo>
                <a:lnTo>
                  <a:pt x="4452" y="3407"/>
                </a:lnTo>
                <a:lnTo>
                  <a:pt x="4330" y="3524"/>
                </a:lnTo>
                <a:lnTo>
                  <a:pt x="4204" y="3633"/>
                </a:lnTo>
                <a:lnTo>
                  <a:pt x="4070" y="3735"/>
                </a:lnTo>
                <a:lnTo>
                  <a:pt x="3932" y="3829"/>
                </a:lnTo>
                <a:lnTo>
                  <a:pt x="3791" y="3917"/>
                </a:lnTo>
                <a:lnTo>
                  <a:pt x="3645" y="3995"/>
                </a:lnTo>
                <a:lnTo>
                  <a:pt x="3494" y="4066"/>
                </a:lnTo>
                <a:lnTo>
                  <a:pt x="3341" y="4130"/>
                </a:lnTo>
                <a:lnTo>
                  <a:pt x="3184" y="4185"/>
                </a:lnTo>
                <a:lnTo>
                  <a:pt x="3024" y="4232"/>
                </a:lnTo>
                <a:lnTo>
                  <a:pt x="2862" y="4270"/>
                </a:lnTo>
                <a:lnTo>
                  <a:pt x="2698" y="4300"/>
                </a:lnTo>
                <a:lnTo>
                  <a:pt x="2532" y="4320"/>
                </a:lnTo>
                <a:lnTo>
                  <a:pt x="2532" y="4036"/>
                </a:lnTo>
                <a:lnTo>
                  <a:pt x="2696" y="4013"/>
                </a:lnTo>
                <a:lnTo>
                  <a:pt x="2859" y="3980"/>
                </a:lnTo>
                <a:lnTo>
                  <a:pt x="3016" y="3940"/>
                </a:lnTo>
                <a:lnTo>
                  <a:pt x="3172" y="3889"/>
                </a:lnTo>
                <a:lnTo>
                  <a:pt x="3323" y="3829"/>
                </a:lnTo>
                <a:lnTo>
                  <a:pt x="3469" y="3763"/>
                </a:lnTo>
                <a:lnTo>
                  <a:pt x="3612" y="3688"/>
                </a:lnTo>
                <a:lnTo>
                  <a:pt x="3750" y="3605"/>
                </a:lnTo>
                <a:lnTo>
                  <a:pt x="3884" y="3514"/>
                </a:lnTo>
                <a:lnTo>
                  <a:pt x="4012" y="3416"/>
                </a:lnTo>
                <a:lnTo>
                  <a:pt x="4134" y="3312"/>
                </a:lnTo>
                <a:lnTo>
                  <a:pt x="4249" y="3202"/>
                </a:lnTo>
                <a:lnTo>
                  <a:pt x="4359" y="3085"/>
                </a:lnTo>
                <a:lnTo>
                  <a:pt x="4462" y="2963"/>
                </a:lnTo>
                <a:lnTo>
                  <a:pt x="4559" y="2834"/>
                </a:lnTo>
                <a:lnTo>
                  <a:pt x="4649" y="2701"/>
                </a:lnTo>
                <a:lnTo>
                  <a:pt x="4730" y="2563"/>
                </a:lnTo>
                <a:lnTo>
                  <a:pt x="4805" y="2418"/>
                </a:lnTo>
                <a:lnTo>
                  <a:pt x="4869" y="2272"/>
                </a:lnTo>
                <a:lnTo>
                  <a:pt x="4928" y="2119"/>
                </a:lnTo>
                <a:lnTo>
                  <a:pt x="4978" y="1965"/>
                </a:lnTo>
                <a:lnTo>
                  <a:pt x="5017" y="1806"/>
                </a:lnTo>
                <a:lnTo>
                  <a:pt x="5050" y="1643"/>
                </a:lnTo>
                <a:lnTo>
                  <a:pt x="5071" y="1477"/>
                </a:lnTo>
                <a:close/>
                <a:moveTo>
                  <a:pt x="4824" y="0"/>
                </a:moveTo>
                <a:lnTo>
                  <a:pt x="5136" y="0"/>
                </a:lnTo>
                <a:lnTo>
                  <a:pt x="5191" y="145"/>
                </a:lnTo>
                <a:lnTo>
                  <a:pt x="5238" y="291"/>
                </a:lnTo>
                <a:lnTo>
                  <a:pt x="5279" y="440"/>
                </a:lnTo>
                <a:lnTo>
                  <a:pt x="5311" y="592"/>
                </a:lnTo>
                <a:lnTo>
                  <a:pt x="5337" y="744"/>
                </a:lnTo>
                <a:lnTo>
                  <a:pt x="5355" y="899"/>
                </a:lnTo>
                <a:lnTo>
                  <a:pt x="5071" y="899"/>
                </a:lnTo>
                <a:lnTo>
                  <a:pt x="5050" y="741"/>
                </a:lnTo>
                <a:lnTo>
                  <a:pt x="5022" y="587"/>
                </a:lnTo>
                <a:lnTo>
                  <a:pt x="4985" y="436"/>
                </a:lnTo>
                <a:lnTo>
                  <a:pt x="4939" y="286"/>
                </a:lnTo>
                <a:lnTo>
                  <a:pt x="4886" y="141"/>
                </a:lnTo>
                <a:lnTo>
                  <a:pt x="482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lIns="67501" tIns="33751" rIns="67501" bIns="33751"/>
          <a:lstStyle/>
          <a:p>
            <a:endParaRPr lang="en-US"/>
          </a:p>
        </p:txBody>
      </p:sp>
      <p:grpSp>
        <p:nvGrpSpPr>
          <p:cNvPr id="25" name="Group 19"/>
          <p:cNvGrpSpPr>
            <a:grpSpLocks/>
          </p:cNvGrpSpPr>
          <p:nvPr userDrawn="1"/>
        </p:nvGrpSpPr>
        <p:grpSpPr bwMode="auto">
          <a:xfrm>
            <a:off x="8485214" y="249974"/>
            <a:ext cx="286984" cy="3141332"/>
            <a:chOff x="1392238" y="176213"/>
            <a:chExt cx="595312" cy="6364287"/>
          </a:xfrm>
        </p:grpSpPr>
        <p:sp>
          <p:nvSpPr>
            <p:cNvPr id="26" name="Freeform 6"/>
            <p:cNvSpPr>
              <a:spLocks/>
            </p:cNvSpPr>
            <p:nvPr/>
          </p:nvSpPr>
          <p:spPr bwMode="blackWhite">
            <a:xfrm>
              <a:off x="1392238" y="2765425"/>
              <a:ext cx="279400" cy="276225"/>
            </a:xfrm>
            <a:custGeom>
              <a:avLst/>
              <a:gdLst>
                <a:gd name="T0" fmla="*/ 279400 w 176"/>
                <a:gd name="T1" fmla="*/ 0 h 174"/>
                <a:gd name="T2" fmla="*/ 279400 w 176"/>
                <a:gd name="T3" fmla="*/ 41275 h 174"/>
                <a:gd name="T4" fmla="*/ 227013 w 176"/>
                <a:gd name="T5" fmla="*/ 50800 h 174"/>
                <a:gd name="T6" fmla="*/ 177800 w 176"/>
                <a:gd name="T7" fmla="*/ 71438 h 174"/>
                <a:gd name="T8" fmla="*/ 134938 w 176"/>
                <a:gd name="T9" fmla="*/ 98425 h 174"/>
                <a:gd name="T10" fmla="*/ 100013 w 176"/>
                <a:gd name="T11" fmla="*/ 134938 h 174"/>
                <a:gd name="T12" fmla="*/ 71438 w 176"/>
                <a:gd name="T13" fmla="*/ 177800 h 174"/>
                <a:gd name="T14" fmla="*/ 50800 w 176"/>
                <a:gd name="T15" fmla="*/ 225425 h 174"/>
                <a:gd name="T16" fmla="*/ 41275 w 176"/>
                <a:gd name="T17" fmla="*/ 276225 h 174"/>
                <a:gd name="T18" fmla="*/ 0 w 176"/>
                <a:gd name="T19" fmla="*/ 276225 h 174"/>
                <a:gd name="T20" fmla="*/ 11113 w 176"/>
                <a:gd name="T21" fmla="*/ 222250 h 174"/>
                <a:gd name="T22" fmla="*/ 26988 w 176"/>
                <a:gd name="T23" fmla="*/ 173038 h 174"/>
                <a:gd name="T24" fmla="*/ 53975 w 176"/>
                <a:gd name="T25" fmla="*/ 127000 h 174"/>
                <a:gd name="T26" fmla="*/ 87313 w 176"/>
                <a:gd name="T27" fmla="*/ 87313 h 174"/>
                <a:gd name="T28" fmla="*/ 128588 w 176"/>
                <a:gd name="T29" fmla="*/ 53975 h 174"/>
                <a:gd name="T30" fmla="*/ 174625 w 176"/>
                <a:gd name="T31" fmla="*/ 26988 h 174"/>
                <a:gd name="T32" fmla="*/ 225425 w 176"/>
                <a:gd name="T33" fmla="*/ 11113 h 174"/>
                <a:gd name="T34" fmla="*/ 279400 w 176"/>
                <a:gd name="T35" fmla="*/ 0 h 1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6" h="174">
                  <a:moveTo>
                    <a:pt x="176" y="0"/>
                  </a:moveTo>
                  <a:lnTo>
                    <a:pt x="176" y="26"/>
                  </a:lnTo>
                  <a:lnTo>
                    <a:pt x="143" y="32"/>
                  </a:lnTo>
                  <a:lnTo>
                    <a:pt x="112" y="45"/>
                  </a:lnTo>
                  <a:lnTo>
                    <a:pt x="85" y="62"/>
                  </a:lnTo>
                  <a:lnTo>
                    <a:pt x="63" y="85"/>
                  </a:lnTo>
                  <a:lnTo>
                    <a:pt x="45" y="112"/>
                  </a:lnTo>
                  <a:lnTo>
                    <a:pt x="32" y="142"/>
                  </a:lnTo>
                  <a:lnTo>
                    <a:pt x="26" y="174"/>
                  </a:lnTo>
                  <a:lnTo>
                    <a:pt x="0" y="174"/>
                  </a:lnTo>
                  <a:lnTo>
                    <a:pt x="7" y="140"/>
                  </a:lnTo>
                  <a:lnTo>
                    <a:pt x="17" y="109"/>
                  </a:lnTo>
                  <a:lnTo>
                    <a:pt x="34" y="80"/>
                  </a:lnTo>
                  <a:lnTo>
                    <a:pt x="55" y="55"/>
                  </a:lnTo>
                  <a:lnTo>
                    <a:pt x="81" y="34"/>
                  </a:lnTo>
                  <a:lnTo>
                    <a:pt x="110" y="17"/>
                  </a:lnTo>
                  <a:lnTo>
                    <a:pt x="142" y="7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7"/>
            <p:cNvSpPr>
              <a:spLocks/>
            </p:cNvSpPr>
            <p:nvPr/>
          </p:nvSpPr>
          <p:spPr bwMode="blackWhite">
            <a:xfrm>
              <a:off x="1711325" y="2765425"/>
              <a:ext cx="276225" cy="276225"/>
            </a:xfrm>
            <a:custGeom>
              <a:avLst/>
              <a:gdLst>
                <a:gd name="T0" fmla="*/ 0 w 174"/>
                <a:gd name="T1" fmla="*/ 0 h 174"/>
                <a:gd name="T2" fmla="*/ 53975 w 174"/>
                <a:gd name="T3" fmla="*/ 11113 h 174"/>
                <a:gd name="T4" fmla="*/ 103188 w 174"/>
                <a:gd name="T5" fmla="*/ 26988 h 174"/>
                <a:gd name="T6" fmla="*/ 149225 w 174"/>
                <a:gd name="T7" fmla="*/ 53975 h 174"/>
                <a:gd name="T8" fmla="*/ 188913 w 174"/>
                <a:gd name="T9" fmla="*/ 87313 h 174"/>
                <a:gd name="T10" fmla="*/ 222250 w 174"/>
                <a:gd name="T11" fmla="*/ 127000 h 174"/>
                <a:gd name="T12" fmla="*/ 249238 w 174"/>
                <a:gd name="T13" fmla="*/ 173038 h 174"/>
                <a:gd name="T14" fmla="*/ 268288 w 174"/>
                <a:gd name="T15" fmla="*/ 222250 h 174"/>
                <a:gd name="T16" fmla="*/ 276225 w 174"/>
                <a:gd name="T17" fmla="*/ 276225 h 174"/>
                <a:gd name="T18" fmla="*/ 234950 w 174"/>
                <a:gd name="T19" fmla="*/ 276225 h 174"/>
                <a:gd name="T20" fmla="*/ 225425 w 174"/>
                <a:gd name="T21" fmla="*/ 225425 h 174"/>
                <a:gd name="T22" fmla="*/ 204788 w 174"/>
                <a:gd name="T23" fmla="*/ 177800 h 174"/>
                <a:gd name="T24" fmla="*/ 177800 w 174"/>
                <a:gd name="T25" fmla="*/ 134938 h 174"/>
                <a:gd name="T26" fmla="*/ 141288 w 174"/>
                <a:gd name="T27" fmla="*/ 98425 h 174"/>
                <a:gd name="T28" fmla="*/ 100013 w 174"/>
                <a:gd name="T29" fmla="*/ 71438 h 174"/>
                <a:gd name="T30" fmla="*/ 50800 w 174"/>
                <a:gd name="T31" fmla="*/ 50800 h 174"/>
                <a:gd name="T32" fmla="*/ 0 w 174"/>
                <a:gd name="T33" fmla="*/ 41275 h 174"/>
                <a:gd name="T34" fmla="*/ 0 w 174"/>
                <a:gd name="T35" fmla="*/ 0 h 1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4" h="174">
                  <a:moveTo>
                    <a:pt x="0" y="0"/>
                  </a:moveTo>
                  <a:lnTo>
                    <a:pt x="34" y="7"/>
                  </a:lnTo>
                  <a:lnTo>
                    <a:pt x="65" y="17"/>
                  </a:lnTo>
                  <a:lnTo>
                    <a:pt x="94" y="34"/>
                  </a:lnTo>
                  <a:lnTo>
                    <a:pt x="119" y="55"/>
                  </a:lnTo>
                  <a:lnTo>
                    <a:pt x="140" y="80"/>
                  </a:lnTo>
                  <a:lnTo>
                    <a:pt x="157" y="109"/>
                  </a:lnTo>
                  <a:lnTo>
                    <a:pt x="169" y="140"/>
                  </a:lnTo>
                  <a:lnTo>
                    <a:pt x="174" y="174"/>
                  </a:lnTo>
                  <a:lnTo>
                    <a:pt x="148" y="174"/>
                  </a:lnTo>
                  <a:lnTo>
                    <a:pt x="142" y="142"/>
                  </a:lnTo>
                  <a:lnTo>
                    <a:pt x="129" y="112"/>
                  </a:lnTo>
                  <a:lnTo>
                    <a:pt x="112" y="85"/>
                  </a:lnTo>
                  <a:lnTo>
                    <a:pt x="89" y="62"/>
                  </a:lnTo>
                  <a:lnTo>
                    <a:pt x="63" y="45"/>
                  </a:lnTo>
                  <a:lnTo>
                    <a:pt x="32" y="32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8"/>
            <p:cNvSpPr>
              <a:spLocks/>
            </p:cNvSpPr>
            <p:nvPr/>
          </p:nvSpPr>
          <p:spPr bwMode="blackWhite">
            <a:xfrm>
              <a:off x="1711325" y="3086100"/>
              <a:ext cx="276225" cy="274638"/>
            </a:xfrm>
            <a:custGeom>
              <a:avLst/>
              <a:gdLst>
                <a:gd name="T0" fmla="*/ 234950 w 174"/>
                <a:gd name="T1" fmla="*/ 0 h 173"/>
                <a:gd name="T2" fmla="*/ 276225 w 174"/>
                <a:gd name="T3" fmla="*/ 0 h 173"/>
                <a:gd name="T4" fmla="*/ 268288 w 174"/>
                <a:gd name="T5" fmla="*/ 52388 h 173"/>
                <a:gd name="T6" fmla="*/ 249238 w 174"/>
                <a:gd name="T7" fmla="*/ 103188 h 173"/>
                <a:gd name="T8" fmla="*/ 222250 w 174"/>
                <a:gd name="T9" fmla="*/ 147638 h 173"/>
                <a:gd name="T10" fmla="*/ 188913 w 174"/>
                <a:gd name="T11" fmla="*/ 188913 h 173"/>
                <a:gd name="T12" fmla="*/ 149225 w 174"/>
                <a:gd name="T13" fmla="*/ 222250 h 173"/>
                <a:gd name="T14" fmla="*/ 103188 w 174"/>
                <a:gd name="T15" fmla="*/ 247650 h 173"/>
                <a:gd name="T16" fmla="*/ 53975 w 174"/>
                <a:gd name="T17" fmla="*/ 266700 h 173"/>
                <a:gd name="T18" fmla="*/ 0 w 174"/>
                <a:gd name="T19" fmla="*/ 274638 h 173"/>
                <a:gd name="T20" fmla="*/ 0 w 174"/>
                <a:gd name="T21" fmla="*/ 234950 h 173"/>
                <a:gd name="T22" fmla="*/ 50800 w 174"/>
                <a:gd name="T23" fmla="*/ 223838 h 173"/>
                <a:gd name="T24" fmla="*/ 100013 w 174"/>
                <a:gd name="T25" fmla="*/ 206375 h 173"/>
                <a:gd name="T26" fmla="*/ 141288 w 174"/>
                <a:gd name="T27" fmla="*/ 176213 h 173"/>
                <a:gd name="T28" fmla="*/ 177800 w 174"/>
                <a:gd name="T29" fmla="*/ 141288 h 173"/>
                <a:gd name="T30" fmla="*/ 204788 w 174"/>
                <a:gd name="T31" fmla="*/ 100013 h 173"/>
                <a:gd name="T32" fmla="*/ 225425 w 174"/>
                <a:gd name="T33" fmla="*/ 52388 h 173"/>
                <a:gd name="T34" fmla="*/ 234950 w 174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4" h="173">
                  <a:moveTo>
                    <a:pt x="148" y="0"/>
                  </a:moveTo>
                  <a:lnTo>
                    <a:pt x="174" y="0"/>
                  </a:lnTo>
                  <a:lnTo>
                    <a:pt x="169" y="33"/>
                  </a:lnTo>
                  <a:lnTo>
                    <a:pt x="157" y="65"/>
                  </a:lnTo>
                  <a:lnTo>
                    <a:pt x="140" y="93"/>
                  </a:lnTo>
                  <a:lnTo>
                    <a:pt x="119" y="119"/>
                  </a:lnTo>
                  <a:lnTo>
                    <a:pt x="94" y="140"/>
                  </a:lnTo>
                  <a:lnTo>
                    <a:pt x="65" y="156"/>
                  </a:lnTo>
                  <a:lnTo>
                    <a:pt x="34" y="168"/>
                  </a:lnTo>
                  <a:lnTo>
                    <a:pt x="0" y="173"/>
                  </a:lnTo>
                  <a:lnTo>
                    <a:pt x="0" y="148"/>
                  </a:lnTo>
                  <a:lnTo>
                    <a:pt x="32" y="141"/>
                  </a:lnTo>
                  <a:lnTo>
                    <a:pt x="63" y="130"/>
                  </a:lnTo>
                  <a:lnTo>
                    <a:pt x="89" y="111"/>
                  </a:lnTo>
                  <a:lnTo>
                    <a:pt x="112" y="89"/>
                  </a:lnTo>
                  <a:lnTo>
                    <a:pt x="129" y="63"/>
                  </a:lnTo>
                  <a:lnTo>
                    <a:pt x="142" y="33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9"/>
            <p:cNvSpPr>
              <a:spLocks/>
            </p:cNvSpPr>
            <p:nvPr/>
          </p:nvSpPr>
          <p:spPr bwMode="blackWhite">
            <a:xfrm>
              <a:off x="1392238" y="3086100"/>
              <a:ext cx="279400" cy="274638"/>
            </a:xfrm>
            <a:custGeom>
              <a:avLst/>
              <a:gdLst>
                <a:gd name="T0" fmla="*/ 0 w 176"/>
                <a:gd name="T1" fmla="*/ 0 h 173"/>
                <a:gd name="T2" fmla="*/ 41275 w 176"/>
                <a:gd name="T3" fmla="*/ 0 h 173"/>
                <a:gd name="T4" fmla="*/ 50800 w 176"/>
                <a:gd name="T5" fmla="*/ 52388 h 173"/>
                <a:gd name="T6" fmla="*/ 71438 w 176"/>
                <a:gd name="T7" fmla="*/ 100013 h 173"/>
                <a:gd name="T8" fmla="*/ 100013 w 176"/>
                <a:gd name="T9" fmla="*/ 141288 h 173"/>
                <a:gd name="T10" fmla="*/ 134938 w 176"/>
                <a:gd name="T11" fmla="*/ 176213 h 173"/>
                <a:gd name="T12" fmla="*/ 177800 w 176"/>
                <a:gd name="T13" fmla="*/ 206375 h 173"/>
                <a:gd name="T14" fmla="*/ 227013 w 176"/>
                <a:gd name="T15" fmla="*/ 223838 h 173"/>
                <a:gd name="T16" fmla="*/ 279400 w 176"/>
                <a:gd name="T17" fmla="*/ 234950 h 173"/>
                <a:gd name="T18" fmla="*/ 279400 w 176"/>
                <a:gd name="T19" fmla="*/ 274638 h 173"/>
                <a:gd name="T20" fmla="*/ 225425 w 176"/>
                <a:gd name="T21" fmla="*/ 266700 h 173"/>
                <a:gd name="T22" fmla="*/ 174625 w 176"/>
                <a:gd name="T23" fmla="*/ 247650 h 173"/>
                <a:gd name="T24" fmla="*/ 128588 w 176"/>
                <a:gd name="T25" fmla="*/ 222250 h 173"/>
                <a:gd name="T26" fmla="*/ 87313 w 176"/>
                <a:gd name="T27" fmla="*/ 188913 h 173"/>
                <a:gd name="T28" fmla="*/ 53975 w 176"/>
                <a:gd name="T29" fmla="*/ 147638 h 173"/>
                <a:gd name="T30" fmla="*/ 26988 w 176"/>
                <a:gd name="T31" fmla="*/ 103188 h 173"/>
                <a:gd name="T32" fmla="*/ 11113 w 176"/>
                <a:gd name="T33" fmla="*/ 52388 h 173"/>
                <a:gd name="T34" fmla="*/ 0 w 176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6" h="173">
                  <a:moveTo>
                    <a:pt x="0" y="0"/>
                  </a:moveTo>
                  <a:lnTo>
                    <a:pt x="26" y="0"/>
                  </a:lnTo>
                  <a:lnTo>
                    <a:pt x="32" y="33"/>
                  </a:lnTo>
                  <a:lnTo>
                    <a:pt x="45" y="63"/>
                  </a:lnTo>
                  <a:lnTo>
                    <a:pt x="63" y="89"/>
                  </a:lnTo>
                  <a:lnTo>
                    <a:pt x="85" y="111"/>
                  </a:lnTo>
                  <a:lnTo>
                    <a:pt x="112" y="130"/>
                  </a:lnTo>
                  <a:lnTo>
                    <a:pt x="143" y="141"/>
                  </a:lnTo>
                  <a:lnTo>
                    <a:pt x="176" y="148"/>
                  </a:lnTo>
                  <a:lnTo>
                    <a:pt x="176" y="173"/>
                  </a:lnTo>
                  <a:lnTo>
                    <a:pt x="142" y="168"/>
                  </a:lnTo>
                  <a:lnTo>
                    <a:pt x="110" y="156"/>
                  </a:lnTo>
                  <a:lnTo>
                    <a:pt x="81" y="140"/>
                  </a:lnTo>
                  <a:lnTo>
                    <a:pt x="55" y="119"/>
                  </a:lnTo>
                  <a:lnTo>
                    <a:pt x="34" y="93"/>
                  </a:lnTo>
                  <a:lnTo>
                    <a:pt x="17" y="65"/>
                  </a:lnTo>
                  <a:lnTo>
                    <a:pt x="7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0"/>
            <p:cNvSpPr>
              <a:spLocks/>
            </p:cNvSpPr>
            <p:nvPr/>
          </p:nvSpPr>
          <p:spPr bwMode="blackWhite">
            <a:xfrm>
              <a:off x="1403350" y="176213"/>
              <a:ext cx="573087" cy="541338"/>
            </a:xfrm>
            <a:custGeom>
              <a:avLst/>
              <a:gdLst>
                <a:gd name="T0" fmla="*/ 0 w 361"/>
                <a:gd name="T1" fmla="*/ 0 h 341"/>
                <a:gd name="T2" fmla="*/ 573087 w 361"/>
                <a:gd name="T3" fmla="*/ 0 h 341"/>
                <a:gd name="T4" fmla="*/ 573087 w 361"/>
                <a:gd name="T5" fmla="*/ 41275 h 341"/>
                <a:gd name="T6" fmla="*/ 234950 w 361"/>
                <a:gd name="T7" fmla="*/ 271463 h 341"/>
                <a:gd name="T8" fmla="*/ 573087 w 361"/>
                <a:gd name="T9" fmla="*/ 503238 h 341"/>
                <a:gd name="T10" fmla="*/ 573087 w 361"/>
                <a:gd name="T11" fmla="*/ 541338 h 341"/>
                <a:gd name="T12" fmla="*/ 0 w 361"/>
                <a:gd name="T13" fmla="*/ 541338 h 341"/>
                <a:gd name="T14" fmla="*/ 0 w 361"/>
                <a:gd name="T15" fmla="*/ 498475 h 341"/>
                <a:gd name="T16" fmla="*/ 498475 w 361"/>
                <a:gd name="T17" fmla="*/ 498475 h 341"/>
                <a:gd name="T18" fmla="*/ 168275 w 361"/>
                <a:gd name="T19" fmla="*/ 271463 h 341"/>
                <a:gd name="T20" fmla="*/ 168275 w 361"/>
                <a:gd name="T21" fmla="*/ 268288 h 341"/>
                <a:gd name="T22" fmla="*/ 498475 w 361"/>
                <a:gd name="T23" fmla="*/ 41275 h 341"/>
                <a:gd name="T24" fmla="*/ 0 w 361"/>
                <a:gd name="T25" fmla="*/ 41275 h 341"/>
                <a:gd name="T26" fmla="*/ 0 w 361"/>
                <a:gd name="T27" fmla="*/ 0 h 34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" h="341">
                  <a:moveTo>
                    <a:pt x="0" y="0"/>
                  </a:moveTo>
                  <a:lnTo>
                    <a:pt x="361" y="0"/>
                  </a:lnTo>
                  <a:lnTo>
                    <a:pt x="361" y="26"/>
                  </a:lnTo>
                  <a:lnTo>
                    <a:pt x="148" y="171"/>
                  </a:lnTo>
                  <a:lnTo>
                    <a:pt x="361" y="317"/>
                  </a:lnTo>
                  <a:lnTo>
                    <a:pt x="361" y="341"/>
                  </a:lnTo>
                  <a:lnTo>
                    <a:pt x="0" y="341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1"/>
            <p:cNvSpPr>
              <a:spLocks noEditPoints="1"/>
            </p:cNvSpPr>
            <p:nvPr/>
          </p:nvSpPr>
          <p:spPr bwMode="blackWhite">
            <a:xfrm>
              <a:off x="1403350" y="825500"/>
              <a:ext cx="577850" cy="576263"/>
            </a:xfrm>
            <a:custGeom>
              <a:avLst/>
              <a:gdLst>
                <a:gd name="T0" fmla="*/ 200025 w 364"/>
                <a:gd name="T1" fmla="*/ 136525 h 363"/>
                <a:gd name="T2" fmla="*/ 200025 w 364"/>
                <a:gd name="T3" fmla="*/ 436563 h 363"/>
                <a:gd name="T4" fmla="*/ 531813 w 364"/>
                <a:gd name="T5" fmla="*/ 287338 h 363"/>
                <a:gd name="T6" fmla="*/ 200025 w 364"/>
                <a:gd name="T7" fmla="*/ 136525 h 363"/>
                <a:gd name="T8" fmla="*/ 0 w 364"/>
                <a:gd name="T9" fmla="*/ 0 h 363"/>
                <a:gd name="T10" fmla="*/ 577850 w 364"/>
                <a:gd name="T11" fmla="*/ 266700 h 363"/>
                <a:gd name="T12" fmla="*/ 577850 w 364"/>
                <a:gd name="T13" fmla="*/ 307975 h 363"/>
                <a:gd name="T14" fmla="*/ 0 w 364"/>
                <a:gd name="T15" fmla="*/ 576263 h 363"/>
                <a:gd name="T16" fmla="*/ 0 w 364"/>
                <a:gd name="T17" fmla="*/ 528638 h 363"/>
                <a:gd name="T18" fmla="*/ 160338 w 364"/>
                <a:gd name="T19" fmla="*/ 455613 h 363"/>
                <a:gd name="T20" fmla="*/ 160338 w 364"/>
                <a:gd name="T21" fmla="*/ 117475 h 363"/>
                <a:gd name="T22" fmla="*/ 0 w 364"/>
                <a:gd name="T23" fmla="*/ 44450 h 363"/>
                <a:gd name="T24" fmla="*/ 0 w 364"/>
                <a:gd name="T25" fmla="*/ 0 h 3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4" h="363">
                  <a:moveTo>
                    <a:pt x="126" y="86"/>
                  </a:moveTo>
                  <a:lnTo>
                    <a:pt x="126" y="275"/>
                  </a:lnTo>
                  <a:lnTo>
                    <a:pt x="335" y="181"/>
                  </a:lnTo>
                  <a:lnTo>
                    <a:pt x="126" y="86"/>
                  </a:lnTo>
                  <a:close/>
                  <a:moveTo>
                    <a:pt x="0" y="0"/>
                  </a:moveTo>
                  <a:lnTo>
                    <a:pt x="364" y="168"/>
                  </a:lnTo>
                  <a:lnTo>
                    <a:pt x="364" y="194"/>
                  </a:lnTo>
                  <a:lnTo>
                    <a:pt x="0" y="363"/>
                  </a:lnTo>
                  <a:lnTo>
                    <a:pt x="0" y="333"/>
                  </a:lnTo>
                  <a:lnTo>
                    <a:pt x="101" y="287"/>
                  </a:lnTo>
                  <a:lnTo>
                    <a:pt x="101" y="74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2"/>
            <p:cNvSpPr>
              <a:spLocks/>
            </p:cNvSpPr>
            <p:nvPr/>
          </p:nvSpPr>
          <p:spPr bwMode="blackWhite">
            <a:xfrm>
              <a:off x="1403350" y="1455738"/>
              <a:ext cx="573087" cy="509588"/>
            </a:xfrm>
            <a:custGeom>
              <a:avLst/>
              <a:gdLst>
                <a:gd name="T0" fmla="*/ 0 w 361"/>
                <a:gd name="T1" fmla="*/ 0 h 321"/>
                <a:gd name="T2" fmla="*/ 292100 w 361"/>
                <a:gd name="T3" fmla="*/ 231775 h 321"/>
                <a:gd name="T4" fmla="*/ 573087 w 361"/>
                <a:gd name="T5" fmla="*/ 9525 h 321"/>
                <a:gd name="T6" fmla="*/ 573087 w 361"/>
                <a:gd name="T7" fmla="*/ 60325 h 321"/>
                <a:gd name="T8" fmla="*/ 322262 w 361"/>
                <a:gd name="T9" fmla="*/ 255588 h 321"/>
                <a:gd name="T10" fmla="*/ 573087 w 361"/>
                <a:gd name="T11" fmla="*/ 450850 h 321"/>
                <a:gd name="T12" fmla="*/ 573087 w 361"/>
                <a:gd name="T13" fmla="*/ 501650 h 321"/>
                <a:gd name="T14" fmla="*/ 292100 w 361"/>
                <a:gd name="T15" fmla="*/ 280988 h 321"/>
                <a:gd name="T16" fmla="*/ 0 w 361"/>
                <a:gd name="T17" fmla="*/ 509588 h 321"/>
                <a:gd name="T18" fmla="*/ 0 w 361"/>
                <a:gd name="T19" fmla="*/ 460375 h 321"/>
                <a:gd name="T20" fmla="*/ 265112 w 361"/>
                <a:gd name="T21" fmla="*/ 254000 h 321"/>
                <a:gd name="T22" fmla="*/ 0 w 361"/>
                <a:gd name="T23" fmla="*/ 50800 h 321"/>
                <a:gd name="T24" fmla="*/ 0 w 361"/>
                <a:gd name="T25" fmla="*/ 0 h 3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1" h="321">
                  <a:moveTo>
                    <a:pt x="0" y="0"/>
                  </a:moveTo>
                  <a:lnTo>
                    <a:pt x="184" y="146"/>
                  </a:lnTo>
                  <a:lnTo>
                    <a:pt x="361" y="6"/>
                  </a:lnTo>
                  <a:lnTo>
                    <a:pt x="361" y="38"/>
                  </a:lnTo>
                  <a:lnTo>
                    <a:pt x="203" y="161"/>
                  </a:lnTo>
                  <a:lnTo>
                    <a:pt x="361" y="284"/>
                  </a:lnTo>
                  <a:lnTo>
                    <a:pt x="361" y="316"/>
                  </a:lnTo>
                  <a:lnTo>
                    <a:pt x="184" y="177"/>
                  </a:lnTo>
                  <a:lnTo>
                    <a:pt x="0" y="321"/>
                  </a:lnTo>
                  <a:lnTo>
                    <a:pt x="0" y="290"/>
                  </a:lnTo>
                  <a:lnTo>
                    <a:pt x="167" y="16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3"/>
            <p:cNvSpPr>
              <a:spLocks/>
            </p:cNvSpPr>
            <p:nvPr/>
          </p:nvSpPr>
          <p:spPr bwMode="blackWhite">
            <a:xfrm>
              <a:off x="1403350" y="2293938"/>
              <a:ext cx="573087" cy="404813"/>
            </a:xfrm>
            <a:custGeom>
              <a:avLst/>
              <a:gdLst>
                <a:gd name="T0" fmla="*/ 0 w 361"/>
                <a:gd name="T1" fmla="*/ 0 h 255"/>
                <a:gd name="T2" fmla="*/ 573087 w 361"/>
                <a:gd name="T3" fmla="*/ 0 h 255"/>
                <a:gd name="T4" fmla="*/ 573087 w 361"/>
                <a:gd name="T5" fmla="*/ 404813 h 255"/>
                <a:gd name="T6" fmla="*/ 533400 w 361"/>
                <a:gd name="T7" fmla="*/ 404813 h 255"/>
                <a:gd name="T8" fmla="*/ 533400 w 361"/>
                <a:gd name="T9" fmla="*/ 42863 h 255"/>
                <a:gd name="T10" fmla="*/ 298450 w 361"/>
                <a:gd name="T11" fmla="*/ 42863 h 255"/>
                <a:gd name="T12" fmla="*/ 298450 w 361"/>
                <a:gd name="T13" fmla="*/ 368300 h 255"/>
                <a:gd name="T14" fmla="*/ 260350 w 361"/>
                <a:gd name="T15" fmla="*/ 368300 h 255"/>
                <a:gd name="T16" fmla="*/ 260350 w 361"/>
                <a:gd name="T17" fmla="*/ 42863 h 255"/>
                <a:gd name="T18" fmla="*/ 0 w 361"/>
                <a:gd name="T19" fmla="*/ 42863 h 255"/>
                <a:gd name="T20" fmla="*/ 0 w 361"/>
                <a:gd name="T21" fmla="*/ 0 h 2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1" h="255">
                  <a:moveTo>
                    <a:pt x="0" y="0"/>
                  </a:moveTo>
                  <a:lnTo>
                    <a:pt x="361" y="0"/>
                  </a:lnTo>
                  <a:lnTo>
                    <a:pt x="361" y="255"/>
                  </a:lnTo>
                  <a:lnTo>
                    <a:pt x="336" y="255"/>
                  </a:lnTo>
                  <a:lnTo>
                    <a:pt x="336" y="27"/>
                  </a:lnTo>
                  <a:lnTo>
                    <a:pt x="188" y="27"/>
                  </a:lnTo>
                  <a:lnTo>
                    <a:pt x="188" y="232"/>
                  </a:lnTo>
                  <a:lnTo>
                    <a:pt x="164" y="232"/>
                  </a:lnTo>
                  <a:lnTo>
                    <a:pt x="164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4"/>
            <p:cNvSpPr>
              <a:spLocks noEditPoints="1"/>
            </p:cNvSpPr>
            <p:nvPr/>
          </p:nvSpPr>
          <p:spPr bwMode="blackWhite">
            <a:xfrm>
              <a:off x="1403350" y="3494088"/>
              <a:ext cx="573087" cy="466725"/>
            </a:xfrm>
            <a:custGeom>
              <a:avLst/>
              <a:gdLst>
                <a:gd name="T0" fmla="*/ 276225 w 361"/>
                <a:gd name="T1" fmla="*/ 42863 h 294"/>
                <a:gd name="T2" fmla="*/ 276225 w 361"/>
                <a:gd name="T3" fmla="*/ 236538 h 294"/>
                <a:gd name="T4" fmla="*/ 277812 w 361"/>
                <a:gd name="T5" fmla="*/ 276225 h 294"/>
                <a:gd name="T6" fmla="*/ 288925 w 361"/>
                <a:gd name="T7" fmla="*/ 311150 h 294"/>
                <a:gd name="T8" fmla="*/ 301625 w 361"/>
                <a:gd name="T9" fmla="*/ 342900 h 294"/>
                <a:gd name="T10" fmla="*/ 322262 w 361"/>
                <a:gd name="T11" fmla="*/ 366713 h 294"/>
                <a:gd name="T12" fmla="*/ 344487 w 361"/>
                <a:gd name="T13" fmla="*/ 387350 h 294"/>
                <a:gd name="T14" fmla="*/ 374650 w 361"/>
                <a:gd name="T15" fmla="*/ 398463 h 294"/>
                <a:gd name="T16" fmla="*/ 407987 w 361"/>
                <a:gd name="T17" fmla="*/ 403225 h 294"/>
                <a:gd name="T18" fmla="*/ 409575 w 361"/>
                <a:gd name="T19" fmla="*/ 403225 h 294"/>
                <a:gd name="T20" fmla="*/ 444500 w 361"/>
                <a:gd name="T21" fmla="*/ 398463 h 294"/>
                <a:gd name="T22" fmla="*/ 476250 w 361"/>
                <a:gd name="T23" fmla="*/ 384175 h 294"/>
                <a:gd name="T24" fmla="*/ 500062 w 361"/>
                <a:gd name="T25" fmla="*/ 360363 h 294"/>
                <a:gd name="T26" fmla="*/ 519112 w 361"/>
                <a:gd name="T27" fmla="*/ 327025 h 294"/>
                <a:gd name="T28" fmla="*/ 530225 w 361"/>
                <a:gd name="T29" fmla="*/ 285750 h 294"/>
                <a:gd name="T30" fmla="*/ 533400 w 361"/>
                <a:gd name="T31" fmla="*/ 238125 h 294"/>
                <a:gd name="T32" fmla="*/ 533400 w 361"/>
                <a:gd name="T33" fmla="*/ 42863 h 294"/>
                <a:gd name="T34" fmla="*/ 276225 w 361"/>
                <a:gd name="T35" fmla="*/ 42863 h 294"/>
                <a:gd name="T36" fmla="*/ 0 w 361"/>
                <a:gd name="T37" fmla="*/ 0 h 294"/>
                <a:gd name="T38" fmla="*/ 573087 w 361"/>
                <a:gd name="T39" fmla="*/ 0 h 294"/>
                <a:gd name="T40" fmla="*/ 573087 w 361"/>
                <a:gd name="T41" fmla="*/ 239713 h 294"/>
                <a:gd name="T42" fmla="*/ 569912 w 361"/>
                <a:gd name="T43" fmla="*/ 292100 h 294"/>
                <a:gd name="T44" fmla="*/ 558800 w 361"/>
                <a:gd name="T45" fmla="*/ 336550 h 294"/>
                <a:gd name="T46" fmla="*/ 539750 w 361"/>
                <a:gd name="T47" fmla="*/ 373063 h 294"/>
                <a:gd name="T48" fmla="*/ 515937 w 361"/>
                <a:gd name="T49" fmla="*/ 404813 h 294"/>
                <a:gd name="T50" fmla="*/ 485775 w 361"/>
                <a:gd name="T51" fmla="*/ 427038 h 294"/>
                <a:gd name="T52" fmla="*/ 450850 w 361"/>
                <a:gd name="T53" fmla="*/ 441325 h 294"/>
                <a:gd name="T54" fmla="*/ 411162 w 361"/>
                <a:gd name="T55" fmla="*/ 446088 h 294"/>
                <a:gd name="T56" fmla="*/ 409575 w 361"/>
                <a:gd name="T57" fmla="*/ 446088 h 294"/>
                <a:gd name="T58" fmla="*/ 369887 w 361"/>
                <a:gd name="T59" fmla="*/ 441325 h 294"/>
                <a:gd name="T60" fmla="*/ 336550 w 361"/>
                <a:gd name="T61" fmla="*/ 430213 h 294"/>
                <a:gd name="T62" fmla="*/ 309562 w 361"/>
                <a:gd name="T63" fmla="*/ 411163 h 294"/>
                <a:gd name="T64" fmla="*/ 284162 w 361"/>
                <a:gd name="T65" fmla="*/ 385763 h 294"/>
                <a:gd name="T66" fmla="*/ 265112 w 361"/>
                <a:gd name="T67" fmla="*/ 354013 h 294"/>
                <a:gd name="T68" fmla="*/ 254000 w 361"/>
                <a:gd name="T69" fmla="*/ 317500 h 294"/>
                <a:gd name="T70" fmla="*/ 244475 w 361"/>
                <a:gd name="T71" fmla="*/ 277813 h 294"/>
                <a:gd name="T72" fmla="*/ 0 w 361"/>
                <a:gd name="T73" fmla="*/ 466725 h 294"/>
                <a:gd name="T74" fmla="*/ 0 w 361"/>
                <a:gd name="T75" fmla="*/ 412750 h 294"/>
                <a:gd name="T76" fmla="*/ 236537 w 361"/>
                <a:gd name="T77" fmla="*/ 230188 h 294"/>
                <a:gd name="T78" fmla="*/ 236537 w 361"/>
                <a:gd name="T79" fmla="*/ 42863 h 294"/>
                <a:gd name="T80" fmla="*/ 0 w 361"/>
                <a:gd name="T81" fmla="*/ 42863 h 294"/>
                <a:gd name="T82" fmla="*/ 0 w 361"/>
                <a:gd name="T83" fmla="*/ 0 h 29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61" h="294">
                  <a:moveTo>
                    <a:pt x="174" y="27"/>
                  </a:moveTo>
                  <a:lnTo>
                    <a:pt x="174" y="149"/>
                  </a:lnTo>
                  <a:lnTo>
                    <a:pt x="175" y="174"/>
                  </a:lnTo>
                  <a:lnTo>
                    <a:pt x="182" y="196"/>
                  </a:lnTo>
                  <a:lnTo>
                    <a:pt x="190" y="216"/>
                  </a:lnTo>
                  <a:lnTo>
                    <a:pt x="203" y="231"/>
                  </a:lnTo>
                  <a:lnTo>
                    <a:pt x="217" y="244"/>
                  </a:lnTo>
                  <a:lnTo>
                    <a:pt x="236" y="251"/>
                  </a:lnTo>
                  <a:lnTo>
                    <a:pt x="257" y="254"/>
                  </a:lnTo>
                  <a:lnTo>
                    <a:pt x="258" y="254"/>
                  </a:lnTo>
                  <a:lnTo>
                    <a:pt x="280" y="251"/>
                  </a:lnTo>
                  <a:lnTo>
                    <a:pt x="300" y="242"/>
                  </a:lnTo>
                  <a:lnTo>
                    <a:pt x="315" y="227"/>
                  </a:lnTo>
                  <a:lnTo>
                    <a:pt x="327" y="206"/>
                  </a:lnTo>
                  <a:lnTo>
                    <a:pt x="334" y="180"/>
                  </a:lnTo>
                  <a:lnTo>
                    <a:pt x="336" y="150"/>
                  </a:lnTo>
                  <a:lnTo>
                    <a:pt x="336" y="27"/>
                  </a:lnTo>
                  <a:lnTo>
                    <a:pt x="174" y="27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51"/>
                  </a:lnTo>
                  <a:lnTo>
                    <a:pt x="359" y="184"/>
                  </a:lnTo>
                  <a:lnTo>
                    <a:pt x="352" y="212"/>
                  </a:lnTo>
                  <a:lnTo>
                    <a:pt x="340" y="235"/>
                  </a:lnTo>
                  <a:lnTo>
                    <a:pt x="325" y="255"/>
                  </a:lnTo>
                  <a:lnTo>
                    <a:pt x="306" y="269"/>
                  </a:lnTo>
                  <a:lnTo>
                    <a:pt x="284" y="278"/>
                  </a:lnTo>
                  <a:lnTo>
                    <a:pt x="259" y="281"/>
                  </a:lnTo>
                  <a:lnTo>
                    <a:pt x="258" y="281"/>
                  </a:lnTo>
                  <a:lnTo>
                    <a:pt x="233" y="278"/>
                  </a:lnTo>
                  <a:lnTo>
                    <a:pt x="212" y="271"/>
                  </a:lnTo>
                  <a:lnTo>
                    <a:pt x="195" y="259"/>
                  </a:lnTo>
                  <a:lnTo>
                    <a:pt x="179" y="243"/>
                  </a:lnTo>
                  <a:lnTo>
                    <a:pt x="167" y="223"/>
                  </a:lnTo>
                  <a:lnTo>
                    <a:pt x="160" y="200"/>
                  </a:lnTo>
                  <a:lnTo>
                    <a:pt x="154" y="175"/>
                  </a:lnTo>
                  <a:lnTo>
                    <a:pt x="0" y="294"/>
                  </a:lnTo>
                  <a:lnTo>
                    <a:pt x="0" y="260"/>
                  </a:lnTo>
                  <a:lnTo>
                    <a:pt x="149" y="145"/>
                  </a:lnTo>
                  <a:lnTo>
                    <a:pt x="149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5"/>
            <p:cNvSpPr>
              <a:spLocks noEditPoints="1"/>
            </p:cNvSpPr>
            <p:nvPr/>
          </p:nvSpPr>
          <p:spPr bwMode="blackWhite">
            <a:xfrm>
              <a:off x="1403350" y="4116388"/>
              <a:ext cx="573087" cy="496888"/>
            </a:xfrm>
            <a:custGeom>
              <a:avLst/>
              <a:gdLst>
                <a:gd name="T0" fmla="*/ 39687 w 361"/>
                <a:gd name="T1" fmla="*/ 44450 h 313"/>
                <a:gd name="T2" fmla="*/ 39687 w 361"/>
                <a:gd name="T3" fmla="*/ 192088 h 313"/>
                <a:gd name="T4" fmla="*/ 42862 w 361"/>
                <a:gd name="T5" fmla="*/ 250825 h 313"/>
                <a:gd name="T6" fmla="*/ 57150 w 361"/>
                <a:gd name="T7" fmla="*/ 300038 h 313"/>
                <a:gd name="T8" fmla="*/ 80962 w 361"/>
                <a:gd name="T9" fmla="*/ 346075 h 313"/>
                <a:gd name="T10" fmla="*/ 109537 w 361"/>
                <a:gd name="T11" fmla="*/ 382588 h 313"/>
                <a:gd name="T12" fmla="*/ 147637 w 361"/>
                <a:gd name="T13" fmla="*/ 412750 h 313"/>
                <a:gd name="T14" fmla="*/ 188912 w 361"/>
                <a:gd name="T15" fmla="*/ 434975 h 313"/>
                <a:gd name="T16" fmla="*/ 234950 w 361"/>
                <a:gd name="T17" fmla="*/ 447675 h 313"/>
                <a:gd name="T18" fmla="*/ 284162 w 361"/>
                <a:gd name="T19" fmla="*/ 454025 h 313"/>
                <a:gd name="T20" fmla="*/ 287337 w 361"/>
                <a:gd name="T21" fmla="*/ 454025 h 313"/>
                <a:gd name="T22" fmla="*/ 336550 w 361"/>
                <a:gd name="T23" fmla="*/ 447675 h 313"/>
                <a:gd name="T24" fmla="*/ 382587 w 361"/>
                <a:gd name="T25" fmla="*/ 434975 h 313"/>
                <a:gd name="T26" fmla="*/ 425450 w 361"/>
                <a:gd name="T27" fmla="*/ 412750 h 313"/>
                <a:gd name="T28" fmla="*/ 461962 w 361"/>
                <a:gd name="T29" fmla="*/ 382588 h 313"/>
                <a:gd name="T30" fmla="*/ 492125 w 361"/>
                <a:gd name="T31" fmla="*/ 346075 h 313"/>
                <a:gd name="T32" fmla="*/ 515937 w 361"/>
                <a:gd name="T33" fmla="*/ 300038 h 313"/>
                <a:gd name="T34" fmla="*/ 530225 w 361"/>
                <a:gd name="T35" fmla="*/ 250825 h 313"/>
                <a:gd name="T36" fmla="*/ 533400 w 361"/>
                <a:gd name="T37" fmla="*/ 192088 h 313"/>
                <a:gd name="T38" fmla="*/ 533400 w 361"/>
                <a:gd name="T39" fmla="*/ 44450 h 313"/>
                <a:gd name="T40" fmla="*/ 39687 w 361"/>
                <a:gd name="T41" fmla="*/ 44450 h 313"/>
                <a:gd name="T42" fmla="*/ 0 w 361"/>
                <a:gd name="T43" fmla="*/ 0 h 313"/>
                <a:gd name="T44" fmla="*/ 573087 w 361"/>
                <a:gd name="T45" fmla="*/ 0 h 313"/>
                <a:gd name="T46" fmla="*/ 573087 w 361"/>
                <a:gd name="T47" fmla="*/ 192088 h 313"/>
                <a:gd name="T48" fmla="*/ 569912 w 361"/>
                <a:gd name="T49" fmla="*/ 250825 h 313"/>
                <a:gd name="T50" fmla="*/ 557212 w 361"/>
                <a:gd name="T51" fmla="*/ 304800 h 313"/>
                <a:gd name="T52" fmla="*/ 536575 w 361"/>
                <a:gd name="T53" fmla="*/ 352425 h 313"/>
                <a:gd name="T54" fmla="*/ 509587 w 361"/>
                <a:gd name="T55" fmla="*/ 393700 h 313"/>
                <a:gd name="T56" fmla="*/ 473075 w 361"/>
                <a:gd name="T57" fmla="*/ 428625 h 313"/>
                <a:gd name="T58" fmla="*/ 434975 w 361"/>
                <a:gd name="T59" fmla="*/ 457200 h 313"/>
                <a:gd name="T60" fmla="*/ 390525 w 361"/>
                <a:gd name="T61" fmla="*/ 479425 h 313"/>
                <a:gd name="T62" fmla="*/ 341312 w 361"/>
                <a:gd name="T63" fmla="*/ 493713 h 313"/>
                <a:gd name="T64" fmla="*/ 288925 w 361"/>
                <a:gd name="T65" fmla="*/ 496888 h 313"/>
                <a:gd name="T66" fmla="*/ 287337 w 361"/>
                <a:gd name="T67" fmla="*/ 496888 h 313"/>
                <a:gd name="T68" fmla="*/ 234950 w 361"/>
                <a:gd name="T69" fmla="*/ 493713 h 313"/>
                <a:gd name="T70" fmla="*/ 184150 w 361"/>
                <a:gd name="T71" fmla="*/ 479425 h 313"/>
                <a:gd name="T72" fmla="*/ 141287 w 361"/>
                <a:gd name="T73" fmla="*/ 457200 h 313"/>
                <a:gd name="T74" fmla="*/ 101600 w 361"/>
                <a:gd name="T75" fmla="*/ 428625 h 313"/>
                <a:gd name="T76" fmla="*/ 66675 w 361"/>
                <a:gd name="T77" fmla="*/ 393700 h 313"/>
                <a:gd name="T78" fmla="*/ 39687 w 361"/>
                <a:gd name="T79" fmla="*/ 352425 h 313"/>
                <a:gd name="T80" fmla="*/ 19050 w 361"/>
                <a:gd name="T81" fmla="*/ 304800 h 313"/>
                <a:gd name="T82" fmla="*/ 3175 w 361"/>
                <a:gd name="T83" fmla="*/ 250825 h 313"/>
                <a:gd name="T84" fmla="*/ 0 w 361"/>
                <a:gd name="T85" fmla="*/ 192088 h 313"/>
                <a:gd name="T86" fmla="*/ 0 w 361"/>
                <a:gd name="T87" fmla="*/ 0 h 31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1" h="313">
                  <a:moveTo>
                    <a:pt x="25" y="28"/>
                  </a:moveTo>
                  <a:lnTo>
                    <a:pt x="25" y="121"/>
                  </a:lnTo>
                  <a:lnTo>
                    <a:pt x="27" y="158"/>
                  </a:lnTo>
                  <a:lnTo>
                    <a:pt x="36" y="189"/>
                  </a:lnTo>
                  <a:lnTo>
                    <a:pt x="51" y="218"/>
                  </a:lnTo>
                  <a:lnTo>
                    <a:pt x="69" y="241"/>
                  </a:lnTo>
                  <a:lnTo>
                    <a:pt x="93" y="260"/>
                  </a:lnTo>
                  <a:lnTo>
                    <a:pt x="119" y="274"/>
                  </a:lnTo>
                  <a:lnTo>
                    <a:pt x="148" y="282"/>
                  </a:lnTo>
                  <a:lnTo>
                    <a:pt x="179" y="286"/>
                  </a:lnTo>
                  <a:lnTo>
                    <a:pt x="181" y="286"/>
                  </a:lnTo>
                  <a:lnTo>
                    <a:pt x="212" y="282"/>
                  </a:lnTo>
                  <a:lnTo>
                    <a:pt x="241" y="274"/>
                  </a:lnTo>
                  <a:lnTo>
                    <a:pt x="268" y="260"/>
                  </a:lnTo>
                  <a:lnTo>
                    <a:pt x="291" y="241"/>
                  </a:lnTo>
                  <a:lnTo>
                    <a:pt x="310" y="218"/>
                  </a:lnTo>
                  <a:lnTo>
                    <a:pt x="325" y="189"/>
                  </a:lnTo>
                  <a:lnTo>
                    <a:pt x="334" y="158"/>
                  </a:lnTo>
                  <a:lnTo>
                    <a:pt x="336" y="121"/>
                  </a:lnTo>
                  <a:lnTo>
                    <a:pt x="336" y="28"/>
                  </a:lnTo>
                  <a:lnTo>
                    <a:pt x="25" y="28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21"/>
                  </a:lnTo>
                  <a:lnTo>
                    <a:pt x="359" y="158"/>
                  </a:lnTo>
                  <a:lnTo>
                    <a:pt x="351" y="192"/>
                  </a:lnTo>
                  <a:lnTo>
                    <a:pt x="338" y="222"/>
                  </a:lnTo>
                  <a:lnTo>
                    <a:pt x="321" y="248"/>
                  </a:lnTo>
                  <a:lnTo>
                    <a:pt x="298" y="270"/>
                  </a:lnTo>
                  <a:lnTo>
                    <a:pt x="274" y="288"/>
                  </a:lnTo>
                  <a:lnTo>
                    <a:pt x="246" y="302"/>
                  </a:lnTo>
                  <a:lnTo>
                    <a:pt x="215" y="311"/>
                  </a:lnTo>
                  <a:lnTo>
                    <a:pt x="182" y="313"/>
                  </a:lnTo>
                  <a:lnTo>
                    <a:pt x="181" y="313"/>
                  </a:lnTo>
                  <a:lnTo>
                    <a:pt x="148" y="311"/>
                  </a:lnTo>
                  <a:lnTo>
                    <a:pt x="116" y="302"/>
                  </a:lnTo>
                  <a:lnTo>
                    <a:pt x="89" y="288"/>
                  </a:lnTo>
                  <a:lnTo>
                    <a:pt x="64" y="270"/>
                  </a:lnTo>
                  <a:lnTo>
                    <a:pt x="42" y="248"/>
                  </a:lnTo>
                  <a:lnTo>
                    <a:pt x="25" y="222"/>
                  </a:lnTo>
                  <a:lnTo>
                    <a:pt x="12" y="192"/>
                  </a:lnTo>
                  <a:lnTo>
                    <a:pt x="2" y="158"/>
                  </a:lnTo>
                  <a:lnTo>
                    <a:pt x="0" y="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6"/>
            <p:cNvSpPr>
              <a:spLocks/>
            </p:cNvSpPr>
            <p:nvPr/>
          </p:nvSpPr>
          <p:spPr bwMode="blackWhite">
            <a:xfrm>
              <a:off x="1403350" y="4748213"/>
              <a:ext cx="573087" cy="454025"/>
            </a:xfrm>
            <a:custGeom>
              <a:avLst/>
              <a:gdLst>
                <a:gd name="T0" fmla="*/ 0 w 361"/>
                <a:gd name="T1" fmla="*/ 0 h 286"/>
                <a:gd name="T2" fmla="*/ 573087 w 361"/>
                <a:gd name="T3" fmla="*/ 0 h 286"/>
                <a:gd name="T4" fmla="*/ 573087 w 361"/>
                <a:gd name="T5" fmla="*/ 44450 h 286"/>
                <a:gd name="T6" fmla="*/ 307975 w 361"/>
                <a:gd name="T7" fmla="*/ 44450 h 286"/>
                <a:gd name="T8" fmla="*/ 307975 w 361"/>
                <a:gd name="T9" fmla="*/ 409575 h 286"/>
                <a:gd name="T10" fmla="*/ 573087 w 361"/>
                <a:gd name="T11" fmla="*/ 409575 h 286"/>
                <a:gd name="T12" fmla="*/ 573087 w 361"/>
                <a:gd name="T13" fmla="*/ 454025 h 286"/>
                <a:gd name="T14" fmla="*/ 0 w 361"/>
                <a:gd name="T15" fmla="*/ 454025 h 286"/>
                <a:gd name="T16" fmla="*/ 0 w 361"/>
                <a:gd name="T17" fmla="*/ 409575 h 286"/>
                <a:gd name="T18" fmla="*/ 268287 w 361"/>
                <a:gd name="T19" fmla="*/ 409575 h 286"/>
                <a:gd name="T20" fmla="*/ 268287 w 361"/>
                <a:gd name="T21" fmla="*/ 44450 h 286"/>
                <a:gd name="T22" fmla="*/ 0 w 361"/>
                <a:gd name="T23" fmla="*/ 44450 h 286"/>
                <a:gd name="T24" fmla="*/ 0 w 361"/>
                <a:gd name="T25" fmla="*/ 0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1" h="286">
                  <a:moveTo>
                    <a:pt x="0" y="0"/>
                  </a:moveTo>
                  <a:lnTo>
                    <a:pt x="361" y="0"/>
                  </a:lnTo>
                  <a:lnTo>
                    <a:pt x="361" y="28"/>
                  </a:lnTo>
                  <a:lnTo>
                    <a:pt x="194" y="28"/>
                  </a:lnTo>
                  <a:lnTo>
                    <a:pt x="194" y="258"/>
                  </a:lnTo>
                  <a:lnTo>
                    <a:pt x="361" y="258"/>
                  </a:lnTo>
                  <a:lnTo>
                    <a:pt x="361" y="286"/>
                  </a:lnTo>
                  <a:lnTo>
                    <a:pt x="0" y="286"/>
                  </a:lnTo>
                  <a:lnTo>
                    <a:pt x="0" y="258"/>
                  </a:lnTo>
                  <a:lnTo>
                    <a:pt x="169" y="258"/>
                  </a:lnTo>
                  <a:lnTo>
                    <a:pt x="169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7"/>
            <p:cNvSpPr>
              <a:spLocks noEditPoints="1"/>
            </p:cNvSpPr>
            <p:nvPr/>
          </p:nvSpPr>
          <p:spPr bwMode="blackWhite">
            <a:xfrm>
              <a:off x="1403350" y="5314950"/>
              <a:ext cx="577850" cy="574675"/>
            </a:xfrm>
            <a:custGeom>
              <a:avLst/>
              <a:gdLst>
                <a:gd name="T0" fmla="*/ 200025 w 364"/>
                <a:gd name="T1" fmla="*/ 134938 h 362"/>
                <a:gd name="T2" fmla="*/ 200025 w 364"/>
                <a:gd name="T3" fmla="*/ 438150 h 362"/>
                <a:gd name="T4" fmla="*/ 531813 w 364"/>
                <a:gd name="T5" fmla="*/ 285750 h 362"/>
                <a:gd name="T6" fmla="*/ 200025 w 364"/>
                <a:gd name="T7" fmla="*/ 134938 h 362"/>
                <a:gd name="T8" fmla="*/ 0 w 364"/>
                <a:gd name="T9" fmla="*/ 0 h 362"/>
                <a:gd name="T10" fmla="*/ 577850 w 364"/>
                <a:gd name="T11" fmla="*/ 268288 h 362"/>
                <a:gd name="T12" fmla="*/ 577850 w 364"/>
                <a:gd name="T13" fmla="*/ 306388 h 362"/>
                <a:gd name="T14" fmla="*/ 0 w 364"/>
                <a:gd name="T15" fmla="*/ 574675 h 362"/>
                <a:gd name="T16" fmla="*/ 0 w 364"/>
                <a:gd name="T17" fmla="*/ 530225 h 362"/>
                <a:gd name="T18" fmla="*/ 160338 w 364"/>
                <a:gd name="T19" fmla="*/ 454025 h 362"/>
                <a:gd name="T20" fmla="*/ 160338 w 364"/>
                <a:gd name="T21" fmla="*/ 115888 h 362"/>
                <a:gd name="T22" fmla="*/ 0 w 364"/>
                <a:gd name="T23" fmla="*/ 42863 h 362"/>
                <a:gd name="T24" fmla="*/ 0 w 364"/>
                <a:gd name="T25" fmla="*/ 0 h 3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4" h="362">
                  <a:moveTo>
                    <a:pt x="126" y="85"/>
                  </a:moveTo>
                  <a:lnTo>
                    <a:pt x="126" y="276"/>
                  </a:lnTo>
                  <a:lnTo>
                    <a:pt x="335" y="180"/>
                  </a:lnTo>
                  <a:lnTo>
                    <a:pt x="126" y="85"/>
                  </a:lnTo>
                  <a:close/>
                  <a:moveTo>
                    <a:pt x="0" y="0"/>
                  </a:moveTo>
                  <a:lnTo>
                    <a:pt x="364" y="169"/>
                  </a:lnTo>
                  <a:lnTo>
                    <a:pt x="364" y="193"/>
                  </a:lnTo>
                  <a:lnTo>
                    <a:pt x="0" y="362"/>
                  </a:lnTo>
                  <a:lnTo>
                    <a:pt x="0" y="334"/>
                  </a:lnTo>
                  <a:lnTo>
                    <a:pt x="101" y="286"/>
                  </a:lnTo>
                  <a:lnTo>
                    <a:pt x="101" y="73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8"/>
            <p:cNvSpPr>
              <a:spLocks/>
            </p:cNvSpPr>
            <p:nvPr/>
          </p:nvSpPr>
          <p:spPr bwMode="blackWhite">
            <a:xfrm>
              <a:off x="1403350" y="6000750"/>
              <a:ext cx="573087" cy="539750"/>
            </a:xfrm>
            <a:custGeom>
              <a:avLst/>
              <a:gdLst>
                <a:gd name="T0" fmla="*/ 0 w 361"/>
                <a:gd name="T1" fmla="*/ 0 h 340"/>
                <a:gd name="T2" fmla="*/ 573087 w 361"/>
                <a:gd name="T3" fmla="*/ 0 h 340"/>
                <a:gd name="T4" fmla="*/ 573087 w 361"/>
                <a:gd name="T5" fmla="*/ 39688 h 340"/>
                <a:gd name="T6" fmla="*/ 234950 w 361"/>
                <a:gd name="T7" fmla="*/ 269875 h 340"/>
                <a:gd name="T8" fmla="*/ 573087 w 361"/>
                <a:gd name="T9" fmla="*/ 500063 h 340"/>
                <a:gd name="T10" fmla="*/ 573087 w 361"/>
                <a:gd name="T11" fmla="*/ 539750 h 340"/>
                <a:gd name="T12" fmla="*/ 0 w 361"/>
                <a:gd name="T13" fmla="*/ 539750 h 340"/>
                <a:gd name="T14" fmla="*/ 0 w 361"/>
                <a:gd name="T15" fmla="*/ 498475 h 340"/>
                <a:gd name="T16" fmla="*/ 498475 w 361"/>
                <a:gd name="T17" fmla="*/ 498475 h 340"/>
                <a:gd name="T18" fmla="*/ 168275 w 361"/>
                <a:gd name="T19" fmla="*/ 271463 h 340"/>
                <a:gd name="T20" fmla="*/ 168275 w 361"/>
                <a:gd name="T21" fmla="*/ 268288 h 340"/>
                <a:gd name="T22" fmla="*/ 498475 w 361"/>
                <a:gd name="T23" fmla="*/ 41275 h 340"/>
                <a:gd name="T24" fmla="*/ 0 w 361"/>
                <a:gd name="T25" fmla="*/ 41275 h 340"/>
                <a:gd name="T26" fmla="*/ 0 w 361"/>
                <a:gd name="T27" fmla="*/ 0 h 3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" h="340">
                  <a:moveTo>
                    <a:pt x="0" y="0"/>
                  </a:moveTo>
                  <a:lnTo>
                    <a:pt x="361" y="0"/>
                  </a:lnTo>
                  <a:lnTo>
                    <a:pt x="361" y="25"/>
                  </a:lnTo>
                  <a:lnTo>
                    <a:pt x="148" y="170"/>
                  </a:lnTo>
                  <a:lnTo>
                    <a:pt x="361" y="315"/>
                  </a:lnTo>
                  <a:lnTo>
                    <a:pt x="361" y="340"/>
                  </a:lnTo>
                  <a:lnTo>
                    <a:pt x="0" y="340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4"/>
          <p:cNvSpPr>
            <a:spLocks noChangeArrowheads="1"/>
          </p:cNvSpPr>
          <p:nvPr userDrawn="1"/>
        </p:nvSpPr>
        <p:spPr bwMode="blackWhite">
          <a:xfrm>
            <a:off x="431801" y="1989721"/>
            <a:ext cx="3419475" cy="40481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/>
          </a:p>
        </p:txBody>
      </p:sp>
      <p:sp>
        <p:nvSpPr>
          <p:cNvPr id="40" name="Rectangle 4"/>
          <p:cNvSpPr>
            <a:spLocks noChangeArrowheads="1"/>
          </p:cNvSpPr>
          <p:nvPr userDrawn="1"/>
        </p:nvSpPr>
        <p:spPr bwMode="blackWhite">
          <a:xfrm>
            <a:off x="431800" y="2353504"/>
            <a:ext cx="3419475" cy="40481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1058220"/>
            <a:ext cx="8053414" cy="3819831"/>
          </a:xfrm>
          <a:prstGeom prst="rect">
            <a:avLst/>
          </a:prstGeom>
        </p:spPr>
        <p:txBody>
          <a:bodyPr lIns="67501" tIns="33751" rIns="67501" bIns="33751"/>
          <a:lstStyle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19100" y="155973"/>
            <a:ext cx="8066114" cy="6487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19100" y="155973"/>
            <a:ext cx="8066114" cy="6487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0" y="1058220"/>
            <a:ext cx="3913214" cy="3819831"/>
          </a:xfrm>
          <a:prstGeom prst="rect">
            <a:avLst/>
          </a:prstGeom>
        </p:spPr>
        <p:txBody>
          <a:bodyPr lIns="67501" tIns="33751" rIns="67501" bIns="33751"/>
          <a:lstStyle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432219" y="1058221"/>
            <a:ext cx="3913214" cy="3819831"/>
          </a:xfrm>
          <a:prstGeom prst="rect">
            <a:avLst/>
          </a:prstGeom>
        </p:spPr>
        <p:txBody>
          <a:bodyPr lIns="67501" tIns="33751" rIns="67501" bIns="33751"/>
          <a:lstStyle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19100" y="155973"/>
            <a:ext cx="8066114" cy="6487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0" y="1058220"/>
            <a:ext cx="3913214" cy="3819831"/>
          </a:xfrm>
          <a:prstGeom prst="rect">
            <a:avLst/>
          </a:prstGeom>
        </p:spPr>
        <p:txBody>
          <a:bodyPr lIns="67501" tIns="33751" rIns="67501" bIns="33751"/>
          <a:lstStyle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432219" y="1058221"/>
            <a:ext cx="3913214" cy="3819831"/>
          </a:xfrm>
          <a:prstGeom prst="rect">
            <a:avLst/>
          </a:prstGeom>
        </p:spPr>
        <p:txBody>
          <a:bodyPr lIns="67501" tIns="33751" rIns="67501" bIns="33751"/>
          <a:lstStyle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3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800" y="1418897"/>
            <a:ext cx="8053414" cy="3459155"/>
          </a:xfrm>
          <a:prstGeom prst="rect">
            <a:avLst/>
          </a:prstGeom>
        </p:spPr>
        <p:txBody>
          <a:bodyPr lIns="67501" tIns="33751" rIns="67501" bIns="33751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43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3290" indent="-408179">
              <a:spcBef>
                <a:spcPts val="0"/>
              </a:spcBef>
              <a:spcAft>
                <a:spcPts val="0"/>
              </a:spcAft>
              <a:buNone/>
              <a:def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0446" indent="-379833">
              <a:spcBef>
                <a:spcPts val="0"/>
              </a:spcBef>
              <a:spcAft>
                <a:spcPts val="0"/>
              </a:spcAft>
              <a:buNone/>
              <a:def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625" indent="-469122">
              <a:spcBef>
                <a:spcPts val="0"/>
              </a:spcBef>
              <a:spcAft>
                <a:spcPts val="0"/>
              </a:spcAft>
              <a:buNone/>
              <a:def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6804" indent="-549907">
              <a:spcBef>
                <a:spcPts val="0"/>
              </a:spcBef>
              <a:spcAft>
                <a:spcPts val="0"/>
              </a:spcAft>
              <a:buNone/>
              <a:defRPr lang="en-US" sz="21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a Key Point!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9100" y="155973"/>
            <a:ext cx="8066114" cy="6487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5" descr="IMG_5089 - Version 2 RESZIED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b="15626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31801" y="1617821"/>
            <a:ext cx="6376987" cy="1092994"/>
          </a:xfrm>
          <a:prstGeom prst="rect">
            <a:avLst/>
          </a:prstGeom>
        </p:spPr>
        <p:txBody>
          <a:bodyPr lIns="67501" tIns="33751" rIns="67501" bIns="33751"/>
          <a:lstStyle>
            <a:lvl1pPr marL="0" inden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Max Fordham bullet" pitchFamily="2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Subtitle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31801" y="396427"/>
            <a:ext cx="5580063" cy="1198630"/>
          </a:xfrm>
        </p:spPr>
        <p:txBody>
          <a:bodyPr/>
          <a:lstStyle>
            <a:lvl1pPr>
              <a:defRPr sz="4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SECTION TITLE</a:t>
            </a:r>
          </a:p>
        </p:txBody>
      </p:sp>
      <p:sp>
        <p:nvSpPr>
          <p:cNvPr id="19" name="Rectangle 4"/>
          <p:cNvSpPr>
            <a:spLocks noChangeArrowheads="1"/>
          </p:cNvSpPr>
          <p:nvPr userDrawn="1"/>
        </p:nvSpPr>
        <p:spPr bwMode="blackWhite">
          <a:xfrm>
            <a:off x="431801" y="1600200"/>
            <a:ext cx="3419475" cy="4048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/>
          </a:p>
        </p:txBody>
      </p:sp>
      <p:grpSp>
        <p:nvGrpSpPr>
          <p:cNvPr id="25" name="Group 19"/>
          <p:cNvGrpSpPr>
            <a:grpSpLocks/>
          </p:cNvGrpSpPr>
          <p:nvPr userDrawn="1"/>
        </p:nvGrpSpPr>
        <p:grpSpPr bwMode="auto">
          <a:xfrm>
            <a:off x="8485214" y="249974"/>
            <a:ext cx="286984" cy="3141332"/>
            <a:chOff x="1392238" y="176213"/>
            <a:chExt cx="595312" cy="6364287"/>
          </a:xfrm>
          <a:solidFill>
            <a:schemeClr val="bg1"/>
          </a:solidFill>
        </p:grpSpPr>
        <p:sp>
          <p:nvSpPr>
            <p:cNvPr id="26" name="Freeform 6"/>
            <p:cNvSpPr>
              <a:spLocks/>
            </p:cNvSpPr>
            <p:nvPr/>
          </p:nvSpPr>
          <p:spPr bwMode="blackWhite">
            <a:xfrm>
              <a:off x="1392238" y="2765425"/>
              <a:ext cx="279400" cy="276225"/>
            </a:xfrm>
            <a:custGeom>
              <a:avLst/>
              <a:gdLst>
                <a:gd name="T0" fmla="*/ 279400 w 176"/>
                <a:gd name="T1" fmla="*/ 0 h 174"/>
                <a:gd name="T2" fmla="*/ 279400 w 176"/>
                <a:gd name="T3" fmla="*/ 41275 h 174"/>
                <a:gd name="T4" fmla="*/ 227013 w 176"/>
                <a:gd name="T5" fmla="*/ 50800 h 174"/>
                <a:gd name="T6" fmla="*/ 177800 w 176"/>
                <a:gd name="T7" fmla="*/ 71438 h 174"/>
                <a:gd name="T8" fmla="*/ 134938 w 176"/>
                <a:gd name="T9" fmla="*/ 98425 h 174"/>
                <a:gd name="T10" fmla="*/ 100013 w 176"/>
                <a:gd name="T11" fmla="*/ 134938 h 174"/>
                <a:gd name="T12" fmla="*/ 71438 w 176"/>
                <a:gd name="T13" fmla="*/ 177800 h 174"/>
                <a:gd name="T14" fmla="*/ 50800 w 176"/>
                <a:gd name="T15" fmla="*/ 225425 h 174"/>
                <a:gd name="T16" fmla="*/ 41275 w 176"/>
                <a:gd name="T17" fmla="*/ 276225 h 174"/>
                <a:gd name="T18" fmla="*/ 0 w 176"/>
                <a:gd name="T19" fmla="*/ 276225 h 174"/>
                <a:gd name="T20" fmla="*/ 11113 w 176"/>
                <a:gd name="T21" fmla="*/ 222250 h 174"/>
                <a:gd name="T22" fmla="*/ 26988 w 176"/>
                <a:gd name="T23" fmla="*/ 173038 h 174"/>
                <a:gd name="T24" fmla="*/ 53975 w 176"/>
                <a:gd name="T25" fmla="*/ 127000 h 174"/>
                <a:gd name="T26" fmla="*/ 87313 w 176"/>
                <a:gd name="T27" fmla="*/ 87313 h 174"/>
                <a:gd name="T28" fmla="*/ 128588 w 176"/>
                <a:gd name="T29" fmla="*/ 53975 h 174"/>
                <a:gd name="T30" fmla="*/ 174625 w 176"/>
                <a:gd name="T31" fmla="*/ 26988 h 174"/>
                <a:gd name="T32" fmla="*/ 225425 w 176"/>
                <a:gd name="T33" fmla="*/ 11113 h 174"/>
                <a:gd name="T34" fmla="*/ 279400 w 176"/>
                <a:gd name="T35" fmla="*/ 0 h 1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6" h="174">
                  <a:moveTo>
                    <a:pt x="176" y="0"/>
                  </a:moveTo>
                  <a:lnTo>
                    <a:pt x="176" y="26"/>
                  </a:lnTo>
                  <a:lnTo>
                    <a:pt x="143" y="32"/>
                  </a:lnTo>
                  <a:lnTo>
                    <a:pt x="112" y="45"/>
                  </a:lnTo>
                  <a:lnTo>
                    <a:pt x="85" y="62"/>
                  </a:lnTo>
                  <a:lnTo>
                    <a:pt x="63" y="85"/>
                  </a:lnTo>
                  <a:lnTo>
                    <a:pt x="45" y="112"/>
                  </a:lnTo>
                  <a:lnTo>
                    <a:pt x="32" y="142"/>
                  </a:lnTo>
                  <a:lnTo>
                    <a:pt x="26" y="174"/>
                  </a:lnTo>
                  <a:lnTo>
                    <a:pt x="0" y="174"/>
                  </a:lnTo>
                  <a:lnTo>
                    <a:pt x="7" y="140"/>
                  </a:lnTo>
                  <a:lnTo>
                    <a:pt x="17" y="109"/>
                  </a:lnTo>
                  <a:lnTo>
                    <a:pt x="34" y="80"/>
                  </a:lnTo>
                  <a:lnTo>
                    <a:pt x="55" y="55"/>
                  </a:lnTo>
                  <a:lnTo>
                    <a:pt x="81" y="34"/>
                  </a:lnTo>
                  <a:lnTo>
                    <a:pt x="110" y="17"/>
                  </a:lnTo>
                  <a:lnTo>
                    <a:pt x="142" y="7"/>
                  </a:lnTo>
                  <a:lnTo>
                    <a:pt x="17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7"/>
            <p:cNvSpPr>
              <a:spLocks/>
            </p:cNvSpPr>
            <p:nvPr/>
          </p:nvSpPr>
          <p:spPr bwMode="blackWhite">
            <a:xfrm>
              <a:off x="1711325" y="2765425"/>
              <a:ext cx="276225" cy="276225"/>
            </a:xfrm>
            <a:custGeom>
              <a:avLst/>
              <a:gdLst>
                <a:gd name="T0" fmla="*/ 0 w 174"/>
                <a:gd name="T1" fmla="*/ 0 h 174"/>
                <a:gd name="T2" fmla="*/ 53975 w 174"/>
                <a:gd name="T3" fmla="*/ 11113 h 174"/>
                <a:gd name="T4" fmla="*/ 103188 w 174"/>
                <a:gd name="T5" fmla="*/ 26988 h 174"/>
                <a:gd name="T6" fmla="*/ 149225 w 174"/>
                <a:gd name="T7" fmla="*/ 53975 h 174"/>
                <a:gd name="T8" fmla="*/ 188913 w 174"/>
                <a:gd name="T9" fmla="*/ 87313 h 174"/>
                <a:gd name="T10" fmla="*/ 222250 w 174"/>
                <a:gd name="T11" fmla="*/ 127000 h 174"/>
                <a:gd name="T12" fmla="*/ 249238 w 174"/>
                <a:gd name="T13" fmla="*/ 173038 h 174"/>
                <a:gd name="T14" fmla="*/ 268288 w 174"/>
                <a:gd name="T15" fmla="*/ 222250 h 174"/>
                <a:gd name="T16" fmla="*/ 276225 w 174"/>
                <a:gd name="T17" fmla="*/ 276225 h 174"/>
                <a:gd name="T18" fmla="*/ 234950 w 174"/>
                <a:gd name="T19" fmla="*/ 276225 h 174"/>
                <a:gd name="T20" fmla="*/ 225425 w 174"/>
                <a:gd name="T21" fmla="*/ 225425 h 174"/>
                <a:gd name="T22" fmla="*/ 204788 w 174"/>
                <a:gd name="T23" fmla="*/ 177800 h 174"/>
                <a:gd name="T24" fmla="*/ 177800 w 174"/>
                <a:gd name="T25" fmla="*/ 134938 h 174"/>
                <a:gd name="T26" fmla="*/ 141288 w 174"/>
                <a:gd name="T27" fmla="*/ 98425 h 174"/>
                <a:gd name="T28" fmla="*/ 100013 w 174"/>
                <a:gd name="T29" fmla="*/ 71438 h 174"/>
                <a:gd name="T30" fmla="*/ 50800 w 174"/>
                <a:gd name="T31" fmla="*/ 50800 h 174"/>
                <a:gd name="T32" fmla="*/ 0 w 174"/>
                <a:gd name="T33" fmla="*/ 41275 h 174"/>
                <a:gd name="T34" fmla="*/ 0 w 174"/>
                <a:gd name="T35" fmla="*/ 0 h 1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4" h="174">
                  <a:moveTo>
                    <a:pt x="0" y="0"/>
                  </a:moveTo>
                  <a:lnTo>
                    <a:pt x="34" y="7"/>
                  </a:lnTo>
                  <a:lnTo>
                    <a:pt x="65" y="17"/>
                  </a:lnTo>
                  <a:lnTo>
                    <a:pt x="94" y="34"/>
                  </a:lnTo>
                  <a:lnTo>
                    <a:pt x="119" y="55"/>
                  </a:lnTo>
                  <a:lnTo>
                    <a:pt x="140" y="80"/>
                  </a:lnTo>
                  <a:lnTo>
                    <a:pt x="157" y="109"/>
                  </a:lnTo>
                  <a:lnTo>
                    <a:pt x="169" y="140"/>
                  </a:lnTo>
                  <a:lnTo>
                    <a:pt x="174" y="174"/>
                  </a:lnTo>
                  <a:lnTo>
                    <a:pt x="148" y="174"/>
                  </a:lnTo>
                  <a:lnTo>
                    <a:pt x="142" y="142"/>
                  </a:lnTo>
                  <a:lnTo>
                    <a:pt x="129" y="112"/>
                  </a:lnTo>
                  <a:lnTo>
                    <a:pt x="112" y="85"/>
                  </a:lnTo>
                  <a:lnTo>
                    <a:pt x="89" y="62"/>
                  </a:lnTo>
                  <a:lnTo>
                    <a:pt x="63" y="45"/>
                  </a:lnTo>
                  <a:lnTo>
                    <a:pt x="32" y="32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8"/>
            <p:cNvSpPr>
              <a:spLocks/>
            </p:cNvSpPr>
            <p:nvPr/>
          </p:nvSpPr>
          <p:spPr bwMode="blackWhite">
            <a:xfrm>
              <a:off x="1711325" y="3086100"/>
              <a:ext cx="276225" cy="274638"/>
            </a:xfrm>
            <a:custGeom>
              <a:avLst/>
              <a:gdLst>
                <a:gd name="T0" fmla="*/ 234950 w 174"/>
                <a:gd name="T1" fmla="*/ 0 h 173"/>
                <a:gd name="T2" fmla="*/ 276225 w 174"/>
                <a:gd name="T3" fmla="*/ 0 h 173"/>
                <a:gd name="T4" fmla="*/ 268288 w 174"/>
                <a:gd name="T5" fmla="*/ 52388 h 173"/>
                <a:gd name="T6" fmla="*/ 249238 w 174"/>
                <a:gd name="T7" fmla="*/ 103188 h 173"/>
                <a:gd name="T8" fmla="*/ 222250 w 174"/>
                <a:gd name="T9" fmla="*/ 147638 h 173"/>
                <a:gd name="T10" fmla="*/ 188913 w 174"/>
                <a:gd name="T11" fmla="*/ 188913 h 173"/>
                <a:gd name="T12" fmla="*/ 149225 w 174"/>
                <a:gd name="T13" fmla="*/ 222250 h 173"/>
                <a:gd name="T14" fmla="*/ 103188 w 174"/>
                <a:gd name="T15" fmla="*/ 247650 h 173"/>
                <a:gd name="T16" fmla="*/ 53975 w 174"/>
                <a:gd name="T17" fmla="*/ 266700 h 173"/>
                <a:gd name="T18" fmla="*/ 0 w 174"/>
                <a:gd name="T19" fmla="*/ 274638 h 173"/>
                <a:gd name="T20" fmla="*/ 0 w 174"/>
                <a:gd name="T21" fmla="*/ 234950 h 173"/>
                <a:gd name="T22" fmla="*/ 50800 w 174"/>
                <a:gd name="T23" fmla="*/ 223838 h 173"/>
                <a:gd name="T24" fmla="*/ 100013 w 174"/>
                <a:gd name="T25" fmla="*/ 206375 h 173"/>
                <a:gd name="T26" fmla="*/ 141288 w 174"/>
                <a:gd name="T27" fmla="*/ 176213 h 173"/>
                <a:gd name="T28" fmla="*/ 177800 w 174"/>
                <a:gd name="T29" fmla="*/ 141288 h 173"/>
                <a:gd name="T30" fmla="*/ 204788 w 174"/>
                <a:gd name="T31" fmla="*/ 100013 h 173"/>
                <a:gd name="T32" fmla="*/ 225425 w 174"/>
                <a:gd name="T33" fmla="*/ 52388 h 173"/>
                <a:gd name="T34" fmla="*/ 234950 w 174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4" h="173">
                  <a:moveTo>
                    <a:pt x="148" y="0"/>
                  </a:moveTo>
                  <a:lnTo>
                    <a:pt x="174" y="0"/>
                  </a:lnTo>
                  <a:lnTo>
                    <a:pt x="169" y="33"/>
                  </a:lnTo>
                  <a:lnTo>
                    <a:pt x="157" y="65"/>
                  </a:lnTo>
                  <a:lnTo>
                    <a:pt x="140" y="93"/>
                  </a:lnTo>
                  <a:lnTo>
                    <a:pt x="119" y="119"/>
                  </a:lnTo>
                  <a:lnTo>
                    <a:pt x="94" y="140"/>
                  </a:lnTo>
                  <a:lnTo>
                    <a:pt x="65" y="156"/>
                  </a:lnTo>
                  <a:lnTo>
                    <a:pt x="34" y="168"/>
                  </a:lnTo>
                  <a:lnTo>
                    <a:pt x="0" y="173"/>
                  </a:lnTo>
                  <a:lnTo>
                    <a:pt x="0" y="148"/>
                  </a:lnTo>
                  <a:lnTo>
                    <a:pt x="32" y="141"/>
                  </a:lnTo>
                  <a:lnTo>
                    <a:pt x="63" y="130"/>
                  </a:lnTo>
                  <a:lnTo>
                    <a:pt x="89" y="111"/>
                  </a:lnTo>
                  <a:lnTo>
                    <a:pt x="112" y="89"/>
                  </a:lnTo>
                  <a:lnTo>
                    <a:pt x="129" y="63"/>
                  </a:lnTo>
                  <a:lnTo>
                    <a:pt x="142" y="33"/>
                  </a:lnTo>
                  <a:lnTo>
                    <a:pt x="14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9"/>
            <p:cNvSpPr>
              <a:spLocks/>
            </p:cNvSpPr>
            <p:nvPr/>
          </p:nvSpPr>
          <p:spPr bwMode="blackWhite">
            <a:xfrm>
              <a:off x="1392238" y="3086100"/>
              <a:ext cx="279400" cy="274638"/>
            </a:xfrm>
            <a:custGeom>
              <a:avLst/>
              <a:gdLst>
                <a:gd name="T0" fmla="*/ 0 w 176"/>
                <a:gd name="T1" fmla="*/ 0 h 173"/>
                <a:gd name="T2" fmla="*/ 41275 w 176"/>
                <a:gd name="T3" fmla="*/ 0 h 173"/>
                <a:gd name="T4" fmla="*/ 50800 w 176"/>
                <a:gd name="T5" fmla="*/ 52388 h 173"/>
                <a:gd name="T6" fmla="*/ 71438 w 176"/>
                <a:gd name="T7" fmla="*/ 100013 h 173"/>
                <a:gd name="T8" fmla="*/ 100013 w 176"/>
                <a:gd name="T9" fmla="*/ 141288 h 173"/>
                <a:gd name="T10" fmla="*/ 134938 w 176"/>
                <a:gd name="T11" fmla="*/ 176213 h 173"/>
                <a:gd name="T12" fmla="*/ 177800 w 176"/>
                <a:gd name="T13" fmla="*/ 206375 h 173"/>
                <a:gd name="T14" fmla="*/ 227013 w 176"/>
                <a:gd name="T15" fmla="*/ 223838 h 173"/>
                <a:gd name="T16" fmla="*/ 279400 w 176"/>
                <a:gd name="T17" fmla="*/ 234950 h 173"/>
                <a:gd name="T18" fmla="*/ 279400 w 176"/>
                <a:gd name="T19" fmla="*/ 274638 h 173"/>
                <a:gd name="T20" fmla="*/ 225425 w 176"/>
                <a:gd name="T21" fmla="*/ 266700 h 173"/>
                <a:gd name="T22" fmla="*/ 174625 w 176"/>
                <a:gd name="T23" fmla="*/ 247650 h 173"/>
                <a:gd name="T24" fmla="*/ 128588 w 176"/>
                <a:gd name="T25" fmla="*/ 222250 h 173"/>
                <a:gd name="T26" fmla="*/ 87313 w 176"/>
                <a:gd name="T27" fmla="*/ 188913 h 173"/>
                <a:gd name="T28" fmla="*/ 53975 w 176"/>
                <a:gd name="T29" fmla="*/ 147638 h 173"/>
                <a:gd name="T30" fmla="*/ 26988 w 176"/>
                <a:gd name="T31" fmla="*/ 103188 h 173"/>
                <a:gd name="T32" fmla="*/ 11113 w 176"/>
                <a:gd name="T33" fmla="*/ 52388 h 173"/>
                <a:gd name="T34" fmla="*/ 0 w 176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6" h="173">
                  <a:moveTo>
                    <a:pt x="0" y="0"/>
                  </a:moveTo>
                  <a:lnTo>
                    <a:pt x="26" y="0"/>
                  </a:lnTo>
                  <a:lnTo>
                    <a:pt x="32" y="33"/>
                  </a:lnTo>
                  <a:lnTo>
                    <a:pt x="45" y="63"/>
                  </a:lnTo>
                  <a:lnTo>
                    <a:pt x="63" y="89"/>
                  </a:lnTo>
                  <a:lnTo>
                    <a:pt x="85" y="111"/>
                  </a:lnTo>
                  <a:lnTo>
                    <a:pt x="112" y="130"/>
                  </a:lnTo>
                  <a:lnTo>
                    <a:pt x="143" y="141"/>
                  </a:lnTo>
                  <a:lnTo>
                    <a:pt x="176" y="148"/>
                  </a:lnTo>
                  <a:lnTo>
                    <a:pt x="176" y="173"/>
                  </a:lnTo>
                  <a:lnTo>
                    <a:pt x="142" y="168"/>
                  </a:lnTo>
                  <a:lnTo>
                    <a:pt x="110" y="156"/>
                  </a:lnTo>
                  <a:lnTo>
                    <a:pt x="81" y="140"/>
                  </a:lnTo>
                  <a:lnTo>
                    <a:pt x="55" y="119"/>
                  </a:lnTo>
                  <a:lnTo>
                    <a:pt x="34" y="93"/>
                  </a:lnTo>
                  <a:lnTo>
                    <a:pt x="17" y="65"/>
                  </a:lnTo>
                  <a:lnTo>
                    <a:pt x="7" y="3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0"/>
            <p:cNvSpPr>
              <a:spLocks/>
            </p:cNvSpPr>
            <p:nvPr/>
          </p:nvSpPr>
          <p:spPr bwMode="blackWhite">
            <a:xfrm>
              <a:off x="1403350" y="176213"/>
              <a:ext cx="573087" cy="541338"/>
            </a:xfrm>
            <a:custGeom>
              <a:avLst/>
              <a:gdLst>
                <a:gd name="T0" fmla="*/ 0 w 361"/>
                <a:gd name="T1" fmla="*/ 0 h 341"/>
                <a:gd name="T2" fmla="*/ 573087 w 361"/>
                <a:gd name="T3" fmla="*/ 0 h 341"/>
                <a:gd name="T4" fmla="*/ 573087 w 361"/>
                <a:gd name="T5" fmla="*/ 41275 h 341"/>
                <a:gd name="T6" fmla="*/ 234950 w 361"/>
                <a:gd name="T7" fmla="*/ 271463 h 341"/>
                <a:gd name="T8" fmla="*/ 573087 w 361"/>
                <a:gd name="T9" fmla="*/ 503238 h 341"/>
                <a:gd name="T10" fmla="*/ 573087 w 361"/>
                <a:gd name="T11" fmla="*/ 541338 h 341"/>
                <a:gd name="T12" fmla="*/ 0 w 361"/>
                <a:gd name="T13" fmla="*/ 541338 h 341"/>
                <a:gd name="T14" fmla="*/ 0 w 361"/>
                <a:gd name="T15" fmla="*/ 498475 h 341"/>
                <a:gd name="T16" fmla="*/ 498475 w 361"/>
                <a:gd name="T17" fmla="*/ 498475 h 341"/>
                <a:gd name="T18" fmla="*/ 168275 w 361"/>
                <a:gd name="T19" fmla="*/ 271463 h 341"/>
                <a:gd name="T20" fmla="*/ 168275 w 361"/>
                <a:gd name="T21" fmla="*/ 268288 h 341"/>
                <a:gd name="T22" fmla="*/ 498475 w 361"/>
                <a:gd name="T23" fmla="*/ 41275 h 341"/>
                <a:gd name="T24" fmla="*/ 0 w 361"/>
                <a:gd name="T25" fmla="*/ 41275 h 341"/>
                <a:gd name="T26" fmla="*/ 0 w 361"/>
                <a:gd name="T27" fmla="*/ 0 h 34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" h="341">
                  <a:moveTo>
                    <a:pt x="0" y="0"/>
                  </a:moveTo>
                  <a:lnTo>
                    <a:pt x="361" y="0"/>
                  </a:lnTo>
                  <a:lnTo>
                    <a:pt x="361" y="26"/>
                  </a:lnTo>
                  <a:lnTo>
                    <a:pt x="148" y="171"/>
                  </a:lnTo>
                  <a:lnTo>
                    <a:pt x="361" y="317"/>
                  </a:lnTo>
                  <a:lnTo>
                    <a:pt x="361" y="341"/>
                  </a:lnTo>
                  <a:lnTo>
                    <a:pt x="0" y="341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1"/>
            <p:cNvSpPr>
              <a:spLocks noEditPoints="1"/>
            </p:cNvSpPr>
            <p:nvPr/>
          </p:nvSpPr>
          <p:spPr bwMode="blackWhite">
            <a:xfrm>
              <a:off x="1403350" y="825500"/>
              <a:ext cx="577850" cy="576263"/>
            </a:xfrm>
            <a:custGeom>
              <a:avLst/>
              <a:gdLst>
                <a:gd name="T0" fmla="*/ 200025 w 364"/>
                <a:gd name="T1" fmla="*/ 136525 h 363"/>
                <a:gd name="T2" fmla="*/ 200025 w 364"/>
                <a:gd name="T3" fmla="*/ 436563 h 363"/>
                <a:gd name="T4" fmla="*/ 531813 w 364"/>
                <a:gd name="T5" fmla="*/ 287338 h 363"/>
                <a:gd name="T6" fmla="*/ 200025 w 364"/>
                <a:gd name="T7" fmla="*/ 136525 h 363"/>
                <a:gd name="T8" fmla="*/ 0 w 364"/>
                <a:gd name="T9" fmla="*/ 0 h 363"/>
                <a:gd name="T10" fmla="*/ 577850 w 364"/>
                <a:gd name="T11" fmla="*/ 266700 h 363"/>
                <a:gd name="T12" fmla="*/ 577850 w 364"/>
                <a:gd name="T13" fmla="*/ 307975 h 363"/>
                <a:gd name="T14" fmla="*/ 0 w 364"/>
                <a:gd name="T15" fmla="*/ 576263 h 363"/>
                <a:gd name="T16" fmla="*/ 0 w 364"/>
                <a:gd name="T17" fmla="*/ 528638 h 363"/>
                <a:gd name="T18" fmla="*/ 160338 w 364"/>
                <a:gd name="T19" fmla="*/ 455613 h 363"/>
                <a:gd name="T20" fmla="*/ 160338 w 364"/>
                <a:gd name="T21" fmla="*/ 117475 h 363"/>
                <a:gd name="T22" fmla="*/ 0 w 364"/>
                <a:gd name="T23" fmla="*/ 44450 h 363"/>
                <a:gd name="T24" fmla="*/ 0 w 364"/>
                <a:gd name="T25" fmla="*/ 0 h 3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4" h="363">
                  <a:moveTo>
                    <a:pt x="126" y="86"/>
                  </a:moveTo>
                  <a:lnTo>
                    <a:pt x="126" y="275"/>
                  </a:lnTo>
                  <a:lnTo>
                    <a:pt x="335" y="181"/>
                  </a:lnTo>
                  <a:lnTo>
                    <a:pt x="126" y="86"/>
                  </a:lnTo>
                  <a:close/>
                  <a:moveTo>
                    <a:pt x="0" y="0"/>
                  </a:moveTo>
                  <a:lnTo>
                    <a:pt x="364" y="168"/>
                  </a:lnTo>
                  <a:lnTo>
                    <a:pt x="364" y="194"/>
                  </a:lnTo>
                  <a:lnTo>
                    <a:pt x="0" y="363"/>
                  </a:lnTo>
                  <a:lnTo>
                    <a:pt x="0" y="333"/>
                  </a:lnTo>
                  <a:lnTo>
                    <a:pt x="101" y="287"/>
                  </a:lnTo>
                  <a:lnTo>
                    <a:pt x="101" y="74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2"/>
            <p:cNvSpPr>
              <a:spLocks/>
            </p:cNvSpPr>
            <p:nvPr/>
          </p:nvSpPr>
          <p:spPr bwMode="blackWhite">
            <a:xfrm>
              <a:off x="1403350" y="1455738"/>
              <a:ext cx="573087" cy="509588"/>
            </a:xfrm>
            <a:custGeom>
              <a:avLst/>
              <a:gdLst>
                <a:gd name="T0" fmla="*/ 0 w 361"/>
                <a:gd name="T1" fmla="*/ 0 h 321"/>
                <a:gd name="T2" fmla="*/ 292100 w 361"/>
                <a:gd name="T3" fmla="*/ 231775 h 321"/>
                <a:gd name="T4" fmla="*/ 573087 w 361"/>
                <a:gd name="T5" fmla="*/ 9525 h 321"/>
                <a:gd name="T6" fmla="*/ 573087 w 361"/>
                <a:gd name="T7" fmla="*/ 60325 h 321"/>
                <a:gd name="T8" fmla="*/ 322262 w 361"/>
                <a:gd name="T9" fmla="*/ 255588 h 321"/>
                <a:gd name="T10" fmla="*/ 573087 w 361"/>
                <a:gd name="T11" fmla="*/ 450850 h 321"/>
                <a:gd name="T12" fmla="*/ 573087 w 361"/>
                <a:gd name="T13" fmla="*/ 501650 h 321"/>
                <a:gd name="T14" fmla="*/ 292100 w 361"/>
                <a:gd name="T15" fmla="*/ 280988 h 321"/>
                <a:gd name="T16" fmla="*/ 0 w 361"/>
                <a:gd name="T17" fmla="*/ 509588 h 321"/>
                <a:gd name="T18" fmla="*/ 0 w 361"/>
                <a:gd name="T19" fmla="*/ 460375 h 321"/>
                <a:gd name="T20" fmla="*/ 265112 w 361"/>
                <a:gd name="T21" fmla="*/ 254000 h 321"/>
                <a:gd name="T22" fmla="*/ 0 w 361"/>
                <a:gd name="T23" fmla="*/ 50800 h 321"/>
                <a:gd name="T24" fmla="*/ 0 w 361"/>
                <a:gd name="T25" fmla="*/ 0 h 3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1" h="321">
                  <a:moveTo>
                    <a:pt x="0" y="0"/>
                  </a:moveTo>
                  <a:lnTo>
                    <a:pt x="184" y="146"/>
                  </a:lnTo>
                  <a:lnTo>
                    <a:pt x="361" y="6"/>
                  </a:lnTo>
                  <a:lnTo>
                    <a:pt x="361" y="38"/>
                  </a:lnTo>
                  <a:lnTo>
                    <a:pt x="203" y="161"/>
                  </a:lnTo>
                  <a:lnTo>
                    <a:pt x="361" y="284"/>
                  </a:lnTo>
                  <a:lnTo>
                    <a:pt x="361" y="316"/>
                  </a:lnTo>
                  <a:lnTo>
                    <a:pt x="184" y="177"/>
                  </a:lnTo>
                  <a:lnTo>
                    <a:pt x="0" y="321"/>
                  </a:lnTo>
                  <a:lnTo>
                    <a:pt x="0" y="290"/>
                  </a:lnTo>
                  <a:lnTo>
                    <a:pt x="167" y="16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3"/>
            <p:cNvSpPr>
              <a:spLocks/>
            </p:cNvSpPr>
            <p:nvPr/>
          </p:nvSpPr>
          <p:spPr bwMode="blackWhite">
            <a:xfrm>
              <a:off x="1403350" y="2293938"/>
              <a:ext cx="573087" cy="404813"/>
            </a:xfrm>
            <a:custGeom>
              <a:avLst/>
              <a:gdLst>
                <a:gd name="T0" fmla="*/ 0 w 361"/>
                <a:gd name="T1" fmla="*/ 0 h 255"/>
                <a:gd name="T2" fmla="*/ 573087 w 361"/>
                <a:gd name="T3" fmla="*/ 0 h 255"/>
                <a:gd name="T4" fmla="*/ 573087 w 361"/>
                <a:gd name="T5" fmla="*/ 404813 h 255"/>
                <a:gd name="T6" fmla="*/ 533400 w 361"/>
                <a:gd name="T7" fmla="*/ 404813 h 255"/>
                <a:gd name="T8" fmla="*/ 533400 w 361"/>
                <a:gd name="T9" fmla="*/ 42863 h 255"/>
                <a:gd name="T10" fmla="*/ 298450 w 361"/>
                <a:gd name="T11" fmla="*/ 42863 h 255"/>
                <a:gd name="T12" fmla="*/ 298450 w 361"/>
                <a:gd name="T13" fmla="*/ 368300 h 255"/>
                <a:gd name="T14" fmla="*/ 260350 w 361"/>
                <a:gd name="T15" fmla="*/ 368300 h 255"/>
                <a:gd name="T16" fmla="*/ 260350 w 361"/>
                <a:gd name="T17" fmla="*/ 42863 h 255"/>
                <a:gd name="T18" fmla="*/ 0 w 361"/>
                <a:gd name="T19" fmla="*/ 42863 h 255"/>
                <a:gd name="T20" fmla="*/ 0 w 361"/>
                <a:gd name="T21" fmla="*/ 0 h 2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1" h="255">
                  <a:moveTo>
                    <a:pt x="0" y="0"/>
                  </a:moveTo>
                  <a:lnTo>
                    <a:pt x="361" y="0"/>
                  </a:lnTo>
                  <a:lnTo>
                    <a:pt x="361" y="255"/>
                  </a:lnTo>
                  <a:lnTo>
                    <a:pt x="336" y="255"/>
                  </a:lnTo>
                  <a:lnTo>
                    <a:pt x="336" y="27"/>
                  </a:lnTo>
                  <a:lnTo>
                    <a:pt x="188" y="27"/>
                  </a:lnTo>
                  <a:lnTo>
                    <a:pt x="188" y="232"/>
                  </a:lnTo>
                  <a:lnTo>
                    <a:pt x="164" y="232"/>
                  </a:lnTo>
                  <a:lnTo>
                    <a:pt x="164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4"/>
            <p:cNvSpPr>
              <a:spLocks noEditPoints="1"/>
            </p:cNvSpPr>
            <p:nvPr/>
          </p:nvSpPr>
          <p:spPr bwMode="blackWhite">
            <a:xfrm>
              <a:off x="1403350" y="3494088"/>
              <a:ext cx="573087" cy="466725"/>
            </a:xfrm>
            <a:custGeom>
              <a:avLst/>
              <a:gdLst>
                <a:gd name="T0" fmla="*/ 276225 w 361"/>
                <a:gd name="T1" fmla="*/ 42863 h 294"/>
                <a:gd name="T2" fmla="*/ 276225 w 361"/>
                <a:gd name="T3" fmla="*/ 236538 h 294"/>
                <a:gd name="T4" fmla="*/ 277812 w 361"/>
                <a:gd name="T5" fmla="*/ 276225 h 294"/>
                <a:gd name="T6" fmla="*/ 288925 w 361"/>
                <a:gd name="T7" fmla="*/ 311150 h 294"/>
                <a:gd name="T8" fmla="*/ 301625 w 361"/>
                <a:gd name="T9" fmla="*/ 342900 h 294"/>
                <a:gd name="T10" fmla="*/ 322262 w 361"/>
                <a:gd name="T11" fmla="*/ 366713 h 294"/>
                <a:gd name="T12" fmla="*/ 344487 w 361"/>
                <a:gd name="T13" fmla="*/ 387350 h 294"/>
                <a:gd name="T14" fmla="*/ 374650 w 361"/>
                <a:gd name="T15" fmla="*/ 398463 h 294"/>
                <a:gd name="T16" fmla="*/ 407987 w 361"/>
                <a:gd name="T17" fmla="*/ 403225 h 294"/>
                <a:gd name="T18" fmla="*/ 409575 w 361"/>
                <a:gd name="T19" fmla="*/ 403225 h 294"/>
                <a:gd name="T20" fmla="*/ 444500 w 361"/>
                <a:gd name="T21" fmla="*/ 398463 h 294"/>
                <a:gd name="T22" fmla="*/ 476250 w 361"/>
                <a:gd name="T23" fmla="*/ 384175 h 294"/>
                <a:gd name="T24" fmla="*/ 500062 w 361"/>
                <a:gd name="T25" fmla="*/ 360363 h 294"/>
                <a:gd name="T26" fmla="*/ 519112 w 361"/>
                <a:gd name="T27" fmla="*/ 327025 h 294"/>
                <a:gd name="T28" fmla="*/ 530225 w 361"/>
                <a:gd name="T29" fmla="*/ 285750 h 294"/>
                <a:gd name="T30" fmla="*/ 533400 w 361"/>
                <a:gd name="T31" fmla="*/ 238125 h 294"/>
                <a:gd name="T32" fmla="*/ 533400 w 361"/>
                <a:gd name="T33" fmla="*/ 42863 h 294"/>
                <a:gd name="T34" fmla="*/ 276225 w 361"/>
                <a:gd name="T35" fmla="*/ 42863 h 294"/>
                <a:gd name="T36" fmla="*/ 0 w 361"/>
                <a:gd name="T37" fmla="*/ 0 h 294"/>
                <a:gd name="T38" fmla="*/ 573087 w 361"/>
                <a:gd name="T39" fmla="*/ 0 h 294"/>
                <a:gd name="T40" fmla="*/ 573087 w 361"/>
                <a:gd name="T41" fmla="*/ 239713 h 294"/>
                <a:gd name="T42" fmla="*/ 569912 w 361"/>
                <a:gd name="T43" fmla="*/ 292100 h 294"/>
                <a:gd name="T44" fmla="*/ 558800 w 361"/>
                <a:gd name="T45" fmla="*/ 336550 h 294"/>
                <a:gd name="T46" fmla="*/ 539750 w 361"/>
                <a:gd name="T47" fmla="*/ 373063 h 294"/>
                <a:gd name="T48" fmla="*/ 515937 w 361"/>
                <a:gd name="T49" fmla="*/ 404813 h 294"/>
                <a:gd name="T50" fmla="*/ 485775 w 361"/>
                <a:gd name="T51" fmla="*/ 427038 h 294"/>
                <a:gd name="T52" fmla="*/ 450850 w 361"/>
                <a:gd name="T53" fmla="*/ 441325 h 294"/>
                <a:gd name="T54" fmla="*/ 411162 w 361"/>
                <a:gd name="T55" fmla="*/ 446088 h 294"/>
                <a:gd name="T56" fmla="*/ 409575 w 361"/>
                <a:gd name="T57" fmla="*/ 446088 h 294"/>
                <a:gd name="T58" fmla="*/ 369887 w 361"/>
                <a:gd name="T59" fmla="*/ 441325 h 294"/>
                <a:gd name="T60" fmla="*/ 336550 w 361"/>
                <a:gd name="T61" fmla="*/ 430213 h 294"/>
                <a:gd name="T62" fmla="*/ 309562 w 361"/>
                <a:gd name="T63" fmla="*/ 411163 h 294"/>
                <a:gd name="T64" fmla="*/ 284162 w 361"/>
                <a:gd name="T65" fmla="*/ 385763 h 294"/>
                <a:gd name="T66" fmla="*/ 265112 w 361"/>
                <a:gd name="T67" fmla="*/ 354013 h 294"/>
                <a:gd name="T68" fmla="*/ 254000 w 361"/>
                <a:gd name="T69" fmla="*/ 317500 h 294"/>
                <a:gd name="T70" fmla="*/ 244475 w 361"/>
                <a:gd name="T71" fmla="*/ 277813 h 294"/>
                <a:gd name="T72" fmla="*/ 0 w 361"/>
                <a:gd name="T73" fmla="*/ 466725 h 294"/>
                <a:gd name="T74" fmla="*/ 0 w 361"/>
                <a:gd name="T75" fmla="*/ 412750 h 294"/>
                <a:gd name="T76" fmla="*/ 236537 w 361"/>
                <a:gd name="T77" fmla="*/ 230188 h 294"/>
                <a:gd name="T78" fmla="*/ 236537 w 361"/>
                <a:gd name="T79" fmla="*/ 42863 h 294"/>
                <a:gd name="T80" fmla="*/ 0 w 361"/>
                <a:gd name="T81" fmla="*/ 42863 h 294"/>
                <a:gd name="T82" fmla="*/ 0 w 361"/>
                <a:gd name="T83" fmla="*/ 0 h 29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61" h="294">
                  <a:moveTo>
                    <a:pt x="174" y="27"/>
                  </a:moveTo>
                  <a:lnTo>
                    <a:pt x="174" y="149"/>
                  </a:lnTo>
                  <a:lnTo>
                    <a:pt x="175" y="174"/>
                  </a:lnTo>
                  <a:lnTo>
                    <a:pt x="182" y="196"/>
                  </a:lnTo>
                  <a:lnTo>
                    <a:pt x="190" y="216"/>
                  </a:lnTo>
                  <a:lnTo>
                    <a:pt x="203" y="231"/>
                  </a:lnTo>
                  <a:lnTo>
                    <a:pt x="217" y="244"/>
                  </a:lnTo>
                  <a:lnTo>
                    <a:pt x="236" y="251"/>
                  </a:lnTo>
                  <a:lnTo>
                    <a:pt x="257" y="254"/>
                  </a:lnTo>
                  <a:lnTo>
                    <a:pt x="258" y="254"/>
                  </a:lnTo>
                  <a:lnTo>
                    <a:pt x="280" y="251"/>
                  </a:lnTo>
                  <a:lnTo>
                    <a:pt x="300" y="242"/>
                  </a:lnTo>
                  <a:lnTo>
                    <a:pt x="315" y="227"/>
                  </a:lnTo>
                  <a:lnTo>
                    <a:pt x="327" y="206"/>
                  </a:lnTo>
                  <a:lnTo>
                    <a:pt x="334" y="180"/>
                  </a:lnTo>
                  <a:lnTo>
                    <a:pt x="336" y="150"/>
                  </a:lnTo>
                  <a:lnTo>
                    <a:pt x="336" y="27"/>
                  </a:lnTo>
                  <a:lnTo>
                    <a:pt x="174" y="27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51"/>
                  </a:lnTo>
                  <a:lnTo>
                    <a:pt x="359" y="184"/>
                  </a:lnTo>
                  <a:lnTo>
                    <a:pt x="352" y="212"/>
                  </a:lnTo>
                  <a:lnTo>
                    <a:pt x="340" y="235"/>
                  </a:lnTo>
                  <a:lnTo>
                    <a:pt x="325" y="255"/>
                  </a:lnTo>
                  <a:lnTo>
                    <a:pt x="306" y="269"/>
                  </a:lnTo>
                  <a:lnTo>
                    <a:pt x="284" y="278"/>
                  </a:lnTo>
                  <a:lnTo>
                    <a:pt x="259" y="281"/>
                  </a:lnTo>
                  <a:lnTo>
                    <a:pt x="258" y="281"/>
                  </a:lnTo>
                  <a:lnTo>
                    <a:pt x="233" y="278"/>
                  </a:lnTo>
                  <a:lnTo>
                    <a:pt x="212" y="271"/>
                  </a:lnTo>
                  <a:lnTo>
                    <a:pt x="195" y="259"/>
                  </a:lnTo>
                  <a:lnTo>
                    <a:pt x="179" y="243"/>
                  </a:lnTo>
                  <a:lnTo>
                    <a:pt x="167" y="223"/>
                  </a:lnTo>
                  <a:lnTo>
                    <a:pt x="160" y="200"/>
                  </a:lnTo>
                  <a:lnTo>
                    <a:pt x="154" y="175"/>
                  </a:lnTo>
                  <a:lnTo>
                    <a:pt x="0" y="294"/>
                  </a:lnTo>
                  <a:lnTo>
                    <a:pt x="0" y="260"/>
                  </a:lnTo>
                  <a:lnTo>
                    <a:pt x="149" y="145"/>
                  </a:lnTo>
                  <a:lnTo>
                    <a:pt x="149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5"/>
            <p:cNvSpPr>
              <a:spLocks noEditPoints="1"/>
            </p:cNvSpPr>
            <p:nvPr/>
          </p:nvSpPr>
          <p:spPr bwMode="blackWhite">
            <a:xfrm>
              <a:off x="1403350" y="4116388"/>
              <a:ext cx="573087" cy="496888"/>
            </a:xfrm>
            <a:custGeom>
              <a:avLst/>
              <a:gdLst>
                <a:gd name="T0" fmla="*/ 39687 w 361"/>
                <a:gd name="T1" fmla="*/ 44450 h 313"/>
                <a:gd name="T2" fmla="*/ 39687 w 361"/>
                <a:gd name="T3" fmla="*/ 192088 h 313"/>
                <a:gd name="T4" fmla="*/ 42862 w 361"/>
                <a:gd name="T5" fmla="*/ 250825 h 313"/>
                <a:gd name="T6" fmla="*/ 57150 w 361"/>
                <a:gd name="T7" fmla="*/ 300038 h 313"/>
                <a:gd name="T8" fmla="*/ 80962 w 361"/>
                <a:gd name="T9" fmla="*/ 346075 h 313"/>
                <a:gd name="T10" fmla="*/ 109537 w 361"/>
                <a:gd name="T11" fmla="*/ 382588 h 313"/>
                <a:gd name="T12" fmla="*/ 147637 w 361"/>
                <a:gd name="T13" fmla="*/ 412750 h 313"/>
                <a:gd name="T14" fmla="*/ 188912 w 361"/>
                <a:gd name="T15" fmla="*/ 434975 h 313"/>
                <a:gd name="T16" fmla="*/ 234950 w 361"/>
                <a:gd name="T17" fmla="*/ 447675 h 313"/>
                <a:gd name="T18" fmla="*/ 284162 w 361"/>
                <a:gd name="T19" fmla="*/ 454025 h 313"/>
                <a:gd name="T20" fmla="*/ 287337 w 361"/>
                <a:gd name="T21" fmla="*/ 454025 h 313"/>
                <a:gd name="T22" fmla="*/ 336550 w 361"/>
                <a:gd name="T23" fmla="*/ 447675 h 313"/>
                <a:gd name="T24" fmla="*/ 382587 w 361"/>
                <a:gd name="T25" fmla="*/ 434975 h 313"/>
                <a:gd name="T26" fmla="*/ 425450 w 361"/>
                <a:gd name="T27" fmla="*/ 412750 h 313"/>
                <a:gd name="T28" fmla="*/ 461962 w 361"/>
                <a:gd name="T29" fmla="*/ 382588 h 313"/>
                <a:gd name="T30" fmla="*/ 492125 w 361"/>
                <a:gd name="T31" fmla="*/ 346075 h 313"/>
                <a:gd name="T32" fmla="*/ 515937 w 361"/>
                <a:gd name="T33" fmla="*/ 300038 h 313"/>
                <a:gd name="T34" fmla="*/ 530225 w 361"/>
                <a:gd name="T35" fmla="*/ 250825 h 313"/>
                <a:gd name="T36" fmla="*/ 533400 w 361"/>
                <a:gd name="T37" fmla="*/ 192088 h 313"/>
                <a:gd name="T38" fmla="*/ 533400 w 361"/>
                <a:gd name="T39" fmla="*/ 44450 h 313"/>
                <a:gd name="T40" fmla="*/ 39687 w 361"/>
                <a:gd name="T41" fmla="*/ 44450 h 313"/>
                <a:gd name="T42" fmla="*/ 0 w 361"/>
                <a:gd name="T43" fmla="*/ 0 h 313"/>
                <a:gd name="T44" fmla="*/ 573087 w 361"/>
                <a:gd name="T45" fmla="*/ 0 h 313"/>
                <a:gd name="T46" fmla="*/ 573087 w 361"/>
                <a:gd name="T47" fmla="*/ 192088 h 313"/>
                <a:gd name="T48" fmla="*/ 569912 w 361"/>
                <a:gd name="T49" fmla="*/ 250825 h 313"/>
                <a:gd name="T50" fmla="*/ 557212 w 361"/>
                <a:gd name="T51" fmla="*/ 304800 h 313"/>
                <a:gd name="T52" fmla="*/ 536575 w 361"/>
                <a:gd name="T53" fmla="*/ 352425 h 313"/>
                <a:gd name="T54" fmla="*/ 509587 w 361"/>
                <a:gd name="T55" fmla="*/ 393700 h 313"/>
                <a:gd name="T56" fmla="*/ 473075 w 361"/>
                <a:gd name="T57" fmla="*/ 428625 h 313"/>
                <a:gd name="T58" fmla="*/ 434975 w 361"/>
                <a:gd name="T59" fmla="*/ 457200 h 313"/>
                <a:gd name="T60" fmla="*/ 390525 w 361"/>
                <a:gd name="T61" fmla="*/ 479425 h 313"/>
                <a:gd name="T62" fmla="*/ 341312 w 361"/>
                <a:gd name="T63" fmla="*/ 493713 h 313"/>
                <a:gd name="T64" fmla="*/ 288925 w 361"/>
                <a:gd name="T65" fmla="*/ 496888 h 313"/>
                <a:gd name="T66" fmla="*/ 287337 w 361"/>
                <a:gd name="T67" fmla="*/ 496888 h 313"/>
                <a:gd name="T68" fmla="*/ 234950 w 361"/>
                <a:gd name="T69" fmla="*/ 493713 h 313"/>
                <a:gd name="T70" fmla="*/ 184150 w 361"/>
                <a:gd name="T71" fmla="*/ 479425 h 313"/>
                <a:gd name="T72" fmla="*/ 141287 w 361"/>
                <a:gd name="T73" fmla="*/ 457200 h 313"/>
                <a:gd name="T74" fmla="*/ 101600 w 361"/>
                <a:gd name="T75" fmla="*/ 428625 h 313"/>
                <a:gd name="T76" fmla="*/ 66675 w 361"/>
                <a:gd name="T77" fmla="*/ 393700 h 313"/>
                <a:gd name="T78" fmla="*/ 39687 w 361"/>
                <a:gd name="T79" fmla="*/ 352425 h 313"/>
                <a:gd name="T80" fmla="*/ 19050 w 361"/>
                <a:gd name="T81" fmla="*/ 304800 h 313"/>
                <a:gd name="T82" fmla="*/ 3175 w 361"/>
                <a:gd name="T83" fmla="*/ 250825 h 313"/>
                <a:gd name="T84" fmla="*/ 0 w 361"/>
                <a:gd name="T85" fmla="*/ 192088 h 313"/>
                <a:gd name="T86" fmla="*/ 0 w 361"/>
                <a:gd name="T87" fmla="*/ 0 h 31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1" h="313">
                  <a:moveTo>
                    <a:pt x="25" y="28"/>
                  </a:moveTo>
                  <a:lnTo>
                    <a:pt x="25" y="121"/>
                  </a:lnTo>
                  <a:lnTo>
                    <a:pt x="27" y="158"/>
                  </a:lnTo>
                  <a:lnTo>
                    <a:pt x="36" y="189"/>
                  </a:lnTo>
                  <a:lnTo>
                    <a:pt x="51" y="218"/>
                  </a:lnTo>
                  <a:lnTo>
                    <a:pt x="69" y="241"/>
                  </a:lnTo>
                  <a:lnTo>
                    <a:pt x="93" y="260"/>
                  </a:lnTo>
                  <a:lnTo>
                    <a:pt x="119" y="274"/>
                  </a:lnTo>
                  <a:lnTo>
                    <a:pt x="148" y="282"/>
                  </a:lnTo>
                  <a:lnTo>
                    <a:pt x="179" y="286"/>
                  </a:lnTo>
                  <a:lnTo>
                    <a:pt x="181" y="286"/>
                  </a:lnTo>
                  <a:lnTo>
                    <a:pt x="212" y="282"/>
                  </a:lnTo>
                  <a:lnTo>
                    <a:pt x="241" y="274"/>
                  </a:lnTo>
                  <a:lnTo>
                    <a:pt x="268" y="260"/>
                  </a:lnTo>
                  <a:lnTo>
                    <a:pt x="291" y="241"/>
                  </a:lnTo>
                  <a:lnTo>
                    <a:pt x="310" y="218"/>
                  </a:lnTo>
                  <a:lnTo>
                    <a:pt x="325" y="189"/>
                  </a:lnTo>
                  <a:lnTo>
                    <a:pt x="334" y="158"/>
                  </a:lnTo>
                  <a:lnTo>
                    <a:pt x="336" y="121"/>
                  </a:lnTo>
                  <a:lnTo>
                    <a:pt x="336" y="28"/>
                  </a:lnTo>
                  <a:lnTo>
                    <a:pt x="25" y="28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21"/>
                  </a:lnTo>
                  <a:lnTo>
                    <a:pt x="359" y="158"/>
                  </a:lnTo>
                  <a:lnTo>
                    <a:pt x="351" y="192"/>
                  </a:lnTo>
                  <a:lnTo>
                    <a:pt x="338" y="222"/>
                  </a:lnTo>
                  <a:lnTo>
                    <a:pt x="321" y="248"/>
                  </a:lnTo>
                  <a:lnTo>
                    <a:pt x="298" y="270"/>
                  </a:lnTo>
                  <a:lnTo>
                    <a:pt x="274" y="288"/>
                  </a:lnTo>
                  <a:lnTo>
                    <a:pt x="246" y="302"/>
                  </a:lnTo>
                  <a:lnTo>
                    <a:pt x="215" y="311"/>
                  </a:lnTo>
                  <a:lnTo>
                    <a:pt x="182" y="313"/>
                  </a:lnTo>
                  <a:lnTo>
                    <a:pt x="181" y="313"/>
                  </a:lnTo>
                  <a:lnTo>
                    <a:pt x="148" y="311"/>
                  </a:lnTo>
                  <a:lnTo>
                    <a:pt x="116" y="302"/>
                  </a:lnTo>
                  <a:lnTo>
                    <a:pt x="89" y="288"/>
                  </a:lnTo>
                  <a:lnTo>
                    <a:pt x="64" y="270"/>
                  </a:lnTo>
                  <a:lnTo>
                    <a:pt x="42" y="248"/>
                  </a:lnTo>
                  <a:lnTo>
                    <a:pt x="25" y="222"/>
                  </a:lnTo>
                  <a:lnTo>
                    <a:pt x="12" y="192"/>
                  </a:lnTo>
                  <a:lnTo>
                    <a:pt x="2" y="158"/>
                  </a:lnTo>
                  <a:lnTo>
                    <a:pt x="0" y="12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6"/>
            <p:cNvSpPr>
              <a:spLocks/>
            </p:cNvSpPr>
            <p:nvPr/>
          </p:nvSpPr>
          <p:spPr bwMode="blackWhite">
            <a:xfrm>
              <a:off x="1403350" y="4748213"/>
              <a:ext cx="573087" cy="454025"/>
            </a:xfrm>
            <a:custGeom>
              <a:avLst/>
              <a:gdLst>
                <a:gd name="T0" fmla="*/ 0 w 361"/>
                <a:gd name="T1" fmla="*/ 0 h 286"/>
                <a:gd name="T2" fmla="*/ 573087 w 361"/>
                <a:gd name="T3" fmla="*/ 0 h 286"/>
                <a:gd name="T4" fmla="*/ 573087 w 361"/>
                <a:gd name="T5" fmla="*/ 44450 h 286"/>
                <a:gd name="T6" fmla="*/ 307975 w 361"/>
                <a:gd name="T7" fmla="*/ 44450 h 286"/>
                <a:gd name="T8" fmla="*/ 307975 w 361"/>
                <a:gd name="T9" fmla="*/ 409575 h 286"/>
                <a:gd name="T10" fmla="*/ 573087 w 361"/>
                <a:gd name="T11" fmla="*/ 409575 h 286"/>
                <a:gd name="T12" fmla="*/ 573087 w 361"/>
                <a:gd name="T13" fmla="*/ 454025 h 286"/>
                <a:gd name="T14" fmla="*/ 0 w 361"/>
                <a:gd name="T15" fmla="*/ 454025 h 286"/>
                <a:gd name="T16" fmla="*/ 0 w 361"/>
                <a:gd name="T17" fmla="*/ 409575 h 286"/>
                <a:gd name="T18" fmla="*/ 268287 w 361"/>
                <a:gd name="T19" fmla="*/ 409575 h 286"/>
                <a:gd name="T20" fmla="*/ 268287 w 361"/>
                <a:gd name="T21" fmla="*/ 44450 h 286"/>
                <a:gd name="T22" fmla="*/ 0 w 361"/>
                <a:gd name="T23" fmla="*/ 44450 h 286"/>
                <a:gd name="T24" fmla="*/ 0 w 361"/>
                <a:gd name="T25" fmla="*/ 0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1" h="286">
                  <a:moveTo>
                    <a:pt x="0" y="0"/>
                  </a:moveTo>
                  <a:lnTo>
                    <a:pt x="361" y="0"/>
                  </a:lnTo>
                  <a:lnTo>
                    <a:pt x="361" y="28"/>
                  </a:lnTo>
                  <a:lnTo>
                    <a:pt x="194" y="28"/>
                  </a:lnTo>
                  <a:lnTo>
                    <a:pt x="194" y="258"/>
                  </a:lnTo>
                  <a:lnTo>
                    <a:pt x="361" y="258"/>
                  </a:lnTo>
                  <a:lnTo>
                    <a:pt x="361" y="286"/>
                  </a:lnTo>
                  <a:lnTo>
                    <a:pt x="0" y="286"/>
                  </a:lnTo>
                  <a:lnTo>
                    <a:pt x="0" y="258"/>
                  </a:lnTo>
                  <a:lnTo>
                    <a:pt x="169" y="258"/>
                  </a:lnTo>
                  <a:lnTo>
                    <a:pt x="169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7"/>
            <p:cNvSpPr>
              <a:spLocks noEditPoints="1"/>
            </p:cNvSpPr>
            <p:nvPr/>
          </p:nvSpPr>
          <p:spPr bwMode="blackWhite">
            <a:xfrm>
              <a:off x="1403350" y="5314950"/>
              <a:ext cx="577850" cy="574675"/>
            </a:xfrm>
            <a:custGeom>
              <a:avLst/>
              <a:gdLst>
                <a:gd name="T0" fmla="*/ 200025 w 364"/>
                <a:gd name="T1" fmla="*/ 134938 h 362"/>
                <a:gd name="T2" fmla="*/ 200025 w 364"/>
                <a:gd name="T3" fmla="*/ 438150 h 362"/>
                <a:gd name="T4" fmla="*/ 531813 w 364"/>
                <a:gd name="T5" fmla="*/ 285750 h 362"/>
                <a:gd name="T6" fmla="*/ 200025 w 364"/>
                <a:gd name="T7" fmla="*/ 134938 h 362"/>
                <a:gd name="T8" fmla="*/ 0 w 364"/>
                <a:gd name="T9" fmla="*/ 0 h 362"/>
                <a:gd name="T10" fmla="*/ 577850 w 364"/>
                <a:gd name="T11" fmla="*/ 268288 h 362"/>
                <a:gd name="T12" fmla="*/ 577850 w 364"/>
                <a:gd name="T13" fmla="*/ 306388 h 362"/>
                <a:gd name="T14" fmla="*/ 0 w 364"/>
                <a:gd name="T15" fmla="*/ 574675 h 362"/>
                <a:gd name="T16" fmla="*/ 0 w 364"/>
                <a:gd name="T17" fmla="*/ 530225 h 362"/>
                <a:gd name="T18" fmla="*/ 160338 w 364"/>
                <a:gd name="T19" fmla="*/ 454025 h 362"/>
                <a:gd name="T20" fmla="*/ 160338 w 364"/>
                <a:gd name="T21" fmla="*/ 115888 h 362"/>
                <a:gd name="T22" fmla="*/ 0 w 364"/>
                <a:gd name="T23" fmla="*/ 42863 h 362"/>
                <a:gd name="T24" fmla="*/ 0 w 364"/>
                <a:gd name="T25" fmla="*/ 0 h 3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4" h="362">
                  <a:moveTo>
                    <a:pt x="126" y="85"/>
                  </a:moveTo>
                  <a:lnTo>
                    <a:pt x="126" y="276"/>
                  </a:lnTo>
                  <a:lnTo>
                    <a:pt x="335" y="180"/>
                  </a:lnTo>
                  <a:lnTo>
                    <a:pt x="126" y="85"/>
                  </a:lnTo>
                  <a:close/>
                  <a:moveTo>
                    <a:pt x="0" y="0"/>
                  </a:moveTo>
                  <a:lnTo>
                    <a:pt x="364" y="169"/>
                  </a:lnTo>
                  <a:lnTo>
                    <a:pt x="364" y="193"/>
                  </a:lnTo>
                  <a:lnTo>
                    <a:pt x="0" y="362"/>
                  </a:lnTo>
                  <a:lnTo>
                    <a:pt x="0" y="334"/>
                  </a:lnTo>
                  <a:lnTo>
                    <a:pt x="101" y="286"/>
                  </a:lnTo>
                  <a:lnTo>
                    <a:pt x="101" y="73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8"/>
            <p:cNvSpPr>
              <a:spLocks/>
            </p:cNvSpPr>
            <p:nvPr/>
          </p:nvSpPr>
          <p:spPr bwMode="blackWhite">
            <a:xfrm>
              <a:off x="1403350" y="6000750"/>
              <a:ext cx="573087" cy="539750"/>
            </a:xfrm>
            <a:custGeom>
              <a:avLst/>
              <a:gdLst>
                <a:gd name="T0" fmla="*/ 0 w 361"/>
                <a:gd name="T1" fmla="*/ 0 h 340"/>
                <a:gd name="T2" fmla="*/ 573087 w 361"/>
                <a:gd name="T3" fmla="*/ 0 h 340"/>
                <a:gd name="T4" fmla="*/ 573087 w 361"/>
                <a:gd name="T5" fmla="*/ 39688 h 340"/>
                <a:gd name="T6" fmla="*/ 234950 w 361"/>
                <a:gd name="T7" fmla="*/ 269875 h 340"/>
                <a:gd name="T8" fmla="*/ 573087 w 361"/>
                <a:gd name="T9" fmla="*/ 500063 h 340"/>
                <a:gd name="T10" fmla="*/ 573087 w 361"/>
                <a:gd name="T11" fmla="*/ 539750 h 340"/>
                <a:gd name="T12" fmla="*/ 0 w 361"/>
                <a:gd name="T13" fmla="*/ 539750 h 340"/>
                <a:gd name="T14" fmla="*/ 0 w 361"/>
                <a:gd name="T15" fmla="*/ 498475 h 340"/>
                <a:gd name="T16" fmla="*/ 498475 w 361"/>
                <a:gd name="T17" fmla="*/ 498475 h 340"/>
                <a:gd name="T18" fmla="*/ 168275 w 361"/>
                <a:gd name="T19" fmla="*/ 271463 h 340"/>
                <a:gd name="T20" fmla="*/ 168275 w 361"/>
                <a:gd name="T21" fmla="*/ 268288 h 340"/>
                <a:gd name="T22" fmla="*/ 498475 w 361"/>
                <a:gd name="T23" fmla="*/ 41275 h 340"/>
                <a:gd name="T24" fmla="*/ 0 w 361"/>
                <a:gd name="T25" fmla="*/ 41275 h 340"/>
                <a:gd name="T26" fmla="*/ 0 w 361"/>
                <a:gd name="T27" fmla="*/ 0 h 3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" h="340">
                  <a:moveTo>
                    <a:pt x="0" y="0"/>
                  </a:moveTo>
                  <a:lnTo>
                    <a:pt x="361" y="0"/>
                  </a:lnTo>
                  <a:lnTo>
                    <a:pt x="361" y="25"/>
                  </a:lnTo>
                  <a:lnTo>
                    <a:pt x="148" y="170"/>
                  </a:lnTo>
                  <a:lnTo>
                    <a:pt x="361" y="315"/>
                  </a:lnTo>
                  <a:lnTo>
                    <a:pt x="361" y="340"/>
                  </a:lnTo>
                  <a:lnTo>
                    <a:pt x="0" y="340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4"/>
          <p:cNvSpPr>
            <a:spLocks noChangeArrowheads="1"/>
          </p:cNvSpPr>
          <p:nvPr userDrawn="1"/>
        </p:nvSpPr>
        <p:spPr bwMode="blackWhite">
          <a:xfrm>
            <a:off x="431801" y="1989721"/>
            <a:ext cx="3419475" cy="4048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/>
          </a:p>
        </p:txBody>
      </p:sp>
      <p:grpSp>
        <p:nvGrpSpPr>
          <p:cNvPr id="40" name="Group 7"/>
          <p:cNvGrpSpPr>
            <a:grpSpLocks/>
          </p:cNvGrpSpPr>
          <p:nvPr userDrawn="1"/>
        </p:nvGrpSpPr>
        <p:grpSpPr bwMode="auto">
          <a:xfrm>
            <a:off x="5668169" y="0"/>
            <a:ext cx="1669256" cy="5143500"/>
            <a:chOff x="2178" y="0"/>
            <a:chExt cx="1402" cy="4320"/>
          </a:xfrm>
        </p:grpSpPr>
        <p:sp>
          <p:nvSpPr>
            <p:cNvPr id="41" name="Freeform 5"/>
            <p:cNvSpPr>
              <a:spLocks/>
            </p:cNvSpPr>
            <p:nvPr/>
          </p:nvSpPr>
          <p:spPr bwMode="white">
            <a:xfrm>
              <a:off x="2288" y="0"/>
              <a:ext cx="1292" cy="1846"/>
            </a:xfrm>
            <a:custGeom>
              <a:avLst/>
              <a:gdLst>
                <a:gd name="T0" fmla="*/ 654050 w 1292"/>
                <a:gd name="T1" fmla="*/ 0 h 1846"/>
                <a:gd name="T2" fmla="*/ 693738 w 1292"/>
                <a:gd name="T3" fmla="*/ 39688 h 1846"/>
                <a:gd name="T4" fmla="*/ 855663 w 1292"/>
                <a:gd name="T5" fmla="*/ 212725 h 1846"/>
                <a:gd name="T6" fmla="*/ 1008063 w 1292"/>
                <a:gd name="T7" fmla="*/ 388938 h 1846"/>
                <a:gd name="T8" fmla="*/ 1150938 w 1292"/>
                <a:gd name="T9" fmla="*/ 573088 h 1846"/>
                <a:gd name="T10" fmla="*/ 1284288 w 1292"/>
                <a:gd name="T11" fmla="*/ 765175 h 1846"/>
                <a:gd name="T12" fmla="*/ 1409700 w 1292"/>
                <a:gd name="T13" fmla="*/ 960438 h 1846"/>
                <a:gd name="T14" fmla="*/ 1522413 w 1292"/>
                <a:gd name="T15" fmla="*/ 1162050 h 1846"/>
                <a:gd name="T16" fmla="*/ 1625600 w 1292"/>
                <a:gd name="T17" fmla="*/ 1370013 h 1846"/>
                <a:gd name="T18" fmla="*/ 1719263 w 1292"/>
                <a:gd name="T19" fmla="*/ 1581150 h 1846"/>
                <a:gd name="T20" fmla="*/ 1800225 w 1292"/>
                <a:gd name="T21" fmla="*/ 1797050 h 1846"/>
                <a:gd name="T22" fmla="*/ 1873250 w 1292"/>
                <a:gd name="T23" fmla="*/ 2017713 h 1846"/>
                <a:gd name="T24" fmla="*/ 1933575 w 1292"/>
                <a:gd name="T25" fmla="*/ 2239963 h 1846"/>
                <a:gd name="T26" fmla="*/ 1984375 w 1292"/>
                <a:gd name="T27" fmla="*/ 2466975 h 1846"/>
                <a:gd name="T28" fmla="*/ 2024063 w 1292"/>
                <a:gd name="T29" fmla="*/ 2697163 h 1846"/>
                <a:gd name="T30" fmla="*/ 2051050 w 1292"/>
                <a:gd name="T31" fmla="*/ 2930525 h 1846"/>
                <a:gd name="T32" fmla="*/ 1624013 w 1292"/>
                <a:gd name="T33" fmla="*/ 2930525 h 1846"/>
                <a:gd name="T34" fmla="*/ 1592263 w 1292"/>
                <a:gd name="T35" fmla="*/ 2695575 h 1846"/>
                <a:gd name="T36" fmla="*/ 1549400 w 1292"/>
                <a:gd name="T37" fmla="*/ 2466975 h 1846"/>
                <a:gd name="T38" fmla="*/ 1492250 w 1292"/>
                <a:gd name="T39" fmla="*/ 2239963 h 1846"/>
                <a:gd name="T40" fmla="*/ 1425575 w 1292"/>
                <a:gd name="T41" fmla="*/ 2019300 h 1846"/>
                <a:gd name="T42" fmla="*/ 1346200 w 1292"/>
                <a:gd name="T43" fmla="*/ 1803400 h 1846"/>
                <a:gd name="T44" fmla="*/ 1257300 w 1292"/>
                <a:gd name="T45" fmla="*/ 1592263 h 1846"/>
                <a:gd name="T46" fmla="*/ 1155700 w 1292"/>
                <a:gd name="T47" fmla="*/ 1387475 h 1846"/>
                <a:gd name="T48" fmla="*/ 1042988 w 1292"/>
                <a:gd name="T49" fmla="*/ 1189038 h 1846"/>
                <a:gd name="T50" fmla="*/ 922338 w 1292"/>
                <a:gd name="T51" fmla="*/ 996950 h 1846"/>
                <a:gd name="T52" fmla="*/ 790575 w 1292"/>
                <a:gd name="T53" fmla="*/ 812800 h 1846"/>
                <a:gd name="T54" fmla="*/ 649288 w 1292"/>
                <a:gd name="T55" fmla="*/ 633413 h 1846"/>
                <a:gd name="T56" fmla="*/ 500063 w 1292"/>
                <a:gd name="T57" fmla="*/ 463550 h 1846"/>
                <a:gd name="T58" fmla="*/ 341313 w 1292"/>
                <a:gd name="T59" fmla="*/ 301625 h 1846"/>
                <a:gd name="T60" fmla="*/ 174625 w 1292"/>
                <a:gd name="T61" fmla="*/ 146050 h 1846"/>
                <a:gd name="T62" fmla="*/ 0 w 1292"/>
                <a:gd name="T63" fmla="*/ 0 h 1846"/>
                <a:gd name="T64" fmla="*/ 654050 w 1292"/>
                <a:gd name="T65" fmla="*/ 0 h 184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292" h="1846">
                  <a:moveTo>
                    <a:pt x="412" y="0"/>
                  </a:moveTo>
                  <a:lnTo>
                    <a:pt x="437" y="25"/>
                  </a:lnTo>
                  <a:lnTo>
                    <a:pt x="539" y="134"/>
                  </a:lnTo>
                  <a:lnTo>
                    <a:pt x="635" y="245"/>
                  </a:lnTo>
                  <a:lnTo>
                    <a:pt x="725" y="361"/>
                  </a:lnTo>
                  <a:lnTo>
                    <a:pt x="809" y="482"/>
                  </a:lnTo>
                  <a:lnTo>
                    <a:pt x="888" y="605"/>
                  </a:lnTo>
                  <a:lnTo>
                    <a:pt x="959" y="732"/>
                  </a:lnTo>
                  <a:lnTo>
                    <a:pt x="1024" y="863"/>
                  </a:lnTo>
                  <a:lnTo>
                    <a:pt x="1083" y="996"/>
                  </a:lnTo>
                  <a:lnTo>
                    <a:pt x="1134" y="1132"/>
                  </a:lnTo>
                  <a:lnTo>
                    <a:pt x="1180" y="1271"/>
                  </a:lnTo>
                  <a:lnTo>
                    <a:pt x="1218" y="1411"/>
                  </a:lnTo>
                  <a:lnTo>
                    <a:pt x="1250" y="1554"/>
                  </a:lnTo>
                  <a:lnTo>
                    <a:pt x="1275" y="1699"/>
                  </a:lnTo>
                  <a:lnTo>
                    <a:pt x="1292" y="1846"/>
                  </a:lnTo>
                  <a:lnTo>
                    <a:pt x="1023" y="1846"/>
                  </a:lnTo>
                  <a:lnTo>
                    <a:pt x="1003" y="1698"/>
                  </a:lnTo>
                  <a:lnTo>
                    <a:pt x="976" y="1554"/>
                  </a:lnTo>
                  <a:lnTo>
                    <a:pt x="940" y="1411"/>
                  </a:lnTo>
                  <a:lnTo>
                    <a:pt x="898" y="1272"/>
                  </a:lnTo>
                  <a:lnTo>
                    <a:pt x="848" y="1136"/>
                  </a:lnTo>
                  <a:lnTo>
                    <a:pt x="792" y="1003"/>
                  </a:lnTo>
                  <a:lnTo>
                    <a:pt x="728" y="874"/>
                  </a:lnTo>
                  <a:lnTo>
                    <a:pt x="657" y="749"/>
                  </a:lnTo>
                  <a:lnTo>
                    <a:pt x="581" y="628"/>
                  </a:lnTo>
                  <a:lnTo>
                    <a:pt x="498" y="512"/>
                  </a:lnTo>
                  <a:lnTo>
                    <a:pt x="409" y="399"/>
                  </a:lnTo>
                  <a:lnTo>
                    <a:pt x="315" y="292"/>
                  </a:lnTo>
                  <a:lnTo>
                    <a:pt x="215" y="190"/>
                  </a:lnTo>
                  <a:lnTo>
                    <a:pt x="110" y="92"/>
                  </a:lnTo>
                  <a:lnTo>
                    <a:pt x="0" y="0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6"/>
            <p:cNvSpPr>
              <a:spLocks/>
            </p:cNvSpPr>
            <p:nvPr/>
          </p:nvSpPr>
          <p:spPr bwMode="white">
            <a:xfrm>
              <a:off x="2178" y="2392"/>
              <a:ext cx="1402" cy="1928"/>
            </a:xfrm>
            <a:custGeom>
              <a:avLst/>
              <a:gdLst>
                <a:gd name="T0" fmla="*/ 1798638 w 1402"/>
                <a:gd name="T1" fmla="*/ 0 h 1928"/>
                <a:gd name="T2" fmla="*/ 2225675 w 1402"/>
                <a:gd name="T3" fmla="*/ 0 h 1928"/>
                <a:gd name="T4" fmla="*/ 2198688 w 1402"/>
                <a:gd name="T5" fmla="*/ 231775 h 1928"/>
                <a:gd name="T6" fmla="*/ 2159000 w 1402"/>
                <a:gd name="T7" fmla="*/ 463550 h 1928"/>
                <a:gd name="T8" fmla="*/ 2108200 w 1402"/>
                <a:gd name="T9" fmla="*/ 688975 h 1928"/>
                <a:gd name="T10" fmla="*/ 2047875 w 1402"/>
                <a:gd name="T11" fmla="*/ 911225 h 1928"/>
                <a:gd name="T12" fmla="*/ 1974850 w 1402"/>
                <a:gd name="T13" fmla="*/ 1131888 h 1928"/>
                <a:gd name="T14" fmla="*/ 1893888 w 1402"/>
                <a:gd name="T15" fmla="*/ 1347788 h 1928"/>
                <a:gd name="T16" fmla="*/ 1800225 w 1402"/>
                <a:gd name="T17" fmla="*/ 1560513 h 1928"/>
                <a:gd name="T18" fmla="*/ 1697038 w 1402"/>
                <a:gd name="T19" fmla="*/ 1768475 h 1928"/>
                <a:gd name="T20" fmla="*/ 1584325 w 1402"/>
                <a:gd name="T21" fmla="*/ 1970088 h 1928"/>
                <a:gd name="T22" fmla="*/ 1458913 w 1402"/>
                <a:gd name="T23" fmla="*/ 2165350 h 1928"/>
                <a:gd name="T24" fmla="*/ 1325563 w 1402"/>
                <a:gd name="T25" fmla="*/ 2355850 h 1928"/>
                <a:gd name="T26" fmla="*/ 1182688 w 1402"/>
                <a:gd name="T27" fmla="*/ 2541588 h 1928"/>
                <a:gd name="T28" fmla="*/ 1030288 w 1402"/>
                <a:gd name="T29" fmla="*/ 2717800 h 1928"/>
                <a:gd name="T30" fmla="*/ 868363 w 1402"/>
                <a:gd name="T31" fmla="*/ 2890838 h 1928"/>
                <a:gd name="T32" fmla="*/ 781050 w 1402"/>
                <a:gd name="T33" fmla="*/ 2974975 h 1928"/>
                <a:gd name="T34" fmla="*/ 688975 w 1402"/>
                <a:gd name="T35" fmla="*/ 3060700 h 1928"/>
                <a:gd name="T36" fmla="*/ 0 w 1402"/>
                <a:gd name="T37" fmla="*/ 3060700 h 1928"/>
                <a:gd name="T38" fmla="*/ 180975 w 1402"/>
                <a:gd name="T39" fmla="*/ 2924175 h 1928"/>
                <a:gd name="T40" fmla="*/ 355600 w 1402"/>
                <a:gd name="T41" fmla="*/ 2778125 h 1928"/>
                <a:gd name="T42" fmla="*/ 520700 w 1402"/>
                <a:gd name="T43" fmla="*/ 2624138 h 1928"/>
                <a:gd name="T44" fmla="*/ 677863 w 1402"/>
                <a:gd name="T45" fmla="*/ 2462213 h 1928"/>
                <a:gd name="T46" fmla="*/ 828675 w 1402"/>
                <a:gd name="T47" fmla="*/ 2292350 h 1928"/>
                <a:gd name="T48" fmla="*/ 968375 w 1402"/>
                <a:gd name="T49" fmla="*/ 2114550 h 1928"/>
                <a:gd name="T50" fmla="*/ 1098550 w 1402"/>
                <a:gd name="T51" fmla="*/ 1928813 h 1928"/>
                <a:gd name="T52" fmla="*/ 1219200 w 1402"/>
                <a:gd name="T53" fmla="*/ 1736725 h 1928"/>
                <a:gd name="T54" fmla="*/ 1331913 w 1402"/>
                <a:gd name="T55" fmla="*/ 1539875 h 1928"/>
                <a:gd name="T56" fmla="*/ 1431925 w 1402"/>
                <a:gd name="T57" fmla="*/ 1333500 h 1928"/>
                <a:gd name="T58" fmla="*/ 1520825 w 1402"/>
                <a:gd name="T59" fmla="*/ 1123950 h 1928"/>
                <a:gd name="T60" fmla="*/ 1600200 w 1402"/>
                <a:gd name="T61" fmla="*/ 908050 h 1928"/>
                <a:gd name="T62" fmla="*/ 1670050 w 1402"/>
                <a:gd name="T63" fmla="*/ 687388 h 1928"/>
                <a:gd name="T64" fmla="*/ 1724025 w 1402"/>
                <a:gd name="T65" fmla="*/ 463550 h 1928"/>
                <a:gd name="T66" fmla="*/ 1766888 w 1402"/>
                <a:gd name="T67" fmla="*/ 234950 h 1928"/>
                <a:gd name="T68" fmla="*/ 1798638 w 1402"/>
                <a:gd name="T69" fmla="*/ 0 h 192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402" h="1928">
                  <a:moveTo>
                    <a:pt x="1133" y="0"/>
                  </a:moveTo>
                  <a:lnTo>
                    <a:pt x="1402" y="0"/>
                  </a:lnTo>
                  <a:lnTo>
                    <a:pt x="1385" y="146"/>
                  </a:lnTo>
                  <a:lnTo>
                    <a:pt x="1360" y="292"/>
                  </a:lnTo>
                  <a:lnTo>
                    <a:pt x="1328" y="434"/>
                  </a:lnTo>
                  <a:lnTo>
                    <a:pt x="1290" y="574"/>
                  </a:lnTo>
                  <a:lnTo>
                    <a:pt x="1244" y="713"/>
                  </a:lnTo>
                  <a:lnTo>
                    <a:pt x="1193" y="849"/>
                  </a:lnTo>
                  <a:lnTo>
                    <a:pt x="1134" y="983"/>
                  </a:lnTo>
                  <a:lnTo>
                    <a:pt x="1069" y="1114"/>
                  </a:lnTo>
                  <a:lnTo>
                    <a:pt x="998" y="1241"/>
                  </a:lnTo>
                  <a:lnTo>
                    <a:pt x="919" y="1364"/>
                  </a:lnTo>
                  <a:lnTo>
                    <a:pt x="835" y="1484"/>
                  </a:lnTo>
                  <a:lnTo>
                    <a:pt x="745" y="1601"/>
                  </a:lnTo>
                  <a:lnTo>
                    <a:pt x="649" y="1712"/>
                  </a:lnTo>
                  <a:lnTo>
                    <a:pt x="547" y="1821"/>
                  </a:lnTo>
                  <a:lnTo>
                    <a:pt x="492" y="1874"/>
                  </a:lnTo>
                  <a:lnTo>
                    <a:pt x="434" y="1928"/>
                  </a:lnTo>
                  <a:lnTo>
                    <a:pt x="0" y="1928"/>
                  </a:lnTo>
                  <a:lnTo>
                    <a:pt x="114" y="1842"/>
                  </a:lnTo>
                  <a:lnTo>
                    <a:pt x="224" y="1750"/>
                  </a:lnTo>
                  <a:lnTo>
                    <a:pt x="328" y="1653"/>
                  </a:lnTo>
                  <a:lnTo>
                    <a:pt x="427" y="1551"/>
                  </a:lnTo>
                  <a:lnTo>
                    <a:pt x="522" y="1444"/>
                  </a:lnTo>
                  <a:lnTo>
                    <a:pt x="610" y="1332"/>
                  </a:lnTo>
                  <a:lnTo>
                    <a:pt x="692" y="1215"/>
                  </a:lnTo>
                  <a:lnTo>
                    <a:pt x="768" y="1094"/>
                  </a:lnTo>
                  <a:lnTo>
                    <a:pt x="839" y="970"/>
                  </a:lnTo>
                  <a:lnTo>
                    <a:pt x="902" y="840"/>
                  </a:lnTo>
                  <a:lnTo>
                    <a:pt x="958" y="708"/>
                  </a:lnTo>
                  <a:lnTo>
                    <a:pt x="1008" y="572"/>
                  </a:lnTo>
                  <a:lnTo>
                    <a:pt x="1052" y="433"/>
                  </a:lnTo>
                  <a:lnTo>
                    <a:pt x="1086" y="292"/>
                  </a:lnTo>
                  <a:lnTo>
                    <a:pt x="1113" y="148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967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31801" y="1617821"/>
            <a:ext cx="6376987" cy="1092994"/>
          </a:xfrm>
          <a:prstGeom prst="rect">
            <a:avLst/>
          </a:prstGeom>
        </p:spPr>
        <p:txBody>
          <a:bodyPr lIns="67501" tIns="33751" rIns="67501" bIns="33751"/>
          <a:lstStyle>
            <a:lvl1pPr marL="0" inden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Max Fordham bullet" pitchFamily="2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Section Subtitle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31801" y="396427"/>
            <a:ext cx="5580063" cy="1198630"/>
          </a:xfrm>
        </p:spPr>
        <p:txBody>
          <a:bodyPr/>
          <a:lstStyle>
            <a:lvl1pPr>
              <a:defRPr sz="43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SECTION TITLE</a:t>
            </a:r>
          </a:p>
        </p:txBody>
      </p:sp>
      <p:sp>
        <p:nvSpPr>
          <p:cNvPr id="19" name="Rectangle 4"/>
          <p:cNvSpPr>
            <a:spLocks noChangeArrowheads="1"/>
          </p:cNvSpPr>
          <p:nvPr userDrawn="1"/>
        </p:nvSpPr>
        <p:spPr bwMode="blackWhite">
          <a:xfrm>
            <a:off x="431801" y="1600200"/>
            <a:ext cx="3419475" cy="40481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/>
          </a:p>
        </p:txBody>
      </p:sp>
      <p:grpSp>
        <p:nvGrpSpPr>
          <p:cNvPr id="25" name="Group 19"/>
          <p:cNvGrpSpPr>
            <a:grpSpLocks/>
          </p:cNvGrpSpPr>
          <p:nvPr userDrawn="1"/>
        </p:nvGrpSpPr>
        <p:grpSpPr bwMode="auto">
          <a:xfrm>
            <a:off x="8485214" y="249974"/>
            <a:ext cx="286984" cy="3141332"/>
            <a:chOff x="1392238" y="176213"/>
            <a:chExt cx="595312" cy="6364287"/>
          </a:xfrm>
          <a:solidFill>
            <a:schemeClr val="tx1"/>
          </a:solidFill>
        </p:grpSpPr>
        <p:sp>
          <p:nvSpPr>
            <p:cNvPr id="26" name="Freeform 6"/>
            <p:cNvSpPr>
              <a:spLocks/>
            </p:cNvSpPr>
            <p:nvPr/>
          </p:nvSpPr>
          <p:spPr bwMode="blackWhite">
            <a:xfrm>
              <a:off x="1392238" y="2765425"/>
              <a:ext cx="279400" cy="276225"/>
            </a:xfrm>
            <a:custGeom>
              <a:avLst/>
              <a:gdLst>
                <a:gd name="T0" fmla="*/ 279400 w 176"/>
                <a:gd name="T1" fmla="*/ 0 h 174"/>
                <a:gd name="T2" fmla="*/ 279400 w 176"/>
                <a:gd name="T3" fmla="*/ 41275 h 174"/>
                <a:gd name="T4" fmla="*/ 227013 w 176"/>
                <a:gd name="T5" fmla="*/ 50800 h 174"/>
                <a:gd name="T6" fmla="*/ 177800 w 176"/>
                <a:gd name="T7" fmla="*/ 71438 h 174"/>
                <a:gd name="T8" fmla="*/ 134938 w 176"/>
                <a:gd name="T9" fmla="*/ 98425 h 174"/>
                <a:gd name="T10" fmla="*/ 100013 w 176"/>
                <a:gd name="T11" fmla="*/ 134938 h 174"/>
                <a:gd name="T12" fmla="*/ 71438 w 176"/>
                <a:gd name="T13" fmla="*/ 177800 h 174"/>
                <a:gd name="T14" fmla="*/ 50800 w 176"/>
                <a:gd name="T15" fmla="*/ 225425 h 174"/>
                <a:gd name="T16" fmla="*/ 41275 w 176"/>
                <a:gd name="T17" fmla="*/ 276225 h 174"/>
                <a:gd name="T18" fmla="*/ 0 w 176"/>
                <a:gd name="T19" fmla="*/ 276225 h 174"/>
                <a:gd name="T20" fmla="*/ 11113 w 176"/>
                <a:gd name="T21" fmla="*/ 222250 h 174"/>
                <a:gd name="T22" fmla="*/ 26988 w 176"/>
                <a:gd name="T23" fmla="*/ 173038 h 174"/>
                <a:gd name="T24" fmla="*/ 53975 w 176"/>
                <a:gd name="T25" fmla="*/ 127000 h 174"/>
                <a:gd name="T26" fmla="*/ 87313 w 176"/>
                <a:gd name="T27" fmla="*/ 87313 h 174"/>
                <a:gd name="T28" fmla="*/ 128588 w 176"/>
                <a:gd name="T29" fmla="*/ 53975 h 174"/>
                <a:gd name="T30" fmla="*/ 174625 w 176"/>
                <a:gd name="T31" fmla="*/ 26988 h 174"/>
                <a:gd name="T32" fmla="*/ 225425 w 176"/>
                <a:gd name="T33" fmla="*/ 11113 h 174"/>
                <a:gd name="T34" fmla="*/ 279400 w 176"/>
                <a:gd name="T35" fmla="*/ 0 h 1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6" h="174">
                  <a:moveTo>
                    <a:pt x="176" y="0"/>
                  </a:moveTo>
                  <a:lnTo>
                    <a:pt x="176" y="26"/>
                  </a:lnTo>
                  <a:lnTo>
                    <a:pt x="143" y="32"/>
                  </a:lnTo>
                  <a:lnTo>
                    <a:pt x="112" y="45"/>
                  </a:lnTo>
                  <a:lnTo>
                    <a:pt x="85" y="62"/>
                  </a:lnTo>
                  <a:lnTo>
                    <a:pt x="63" y="85"/>
                  </a:lnTo>
                  <a:lnTo>
                    <a:pt x="45" y="112"/>
                  </a:lnTo>
                  <a:lnTo>
                    <a:pt x="32" y="142"/>
                  </a:lnTo>
                  <a:lnTo>
                    <a:pt x="26" y="174"/>
                  </a:lnTo>
                  <a:lnTo>
                    <a:pt x="0" y="174"/>
                  </a:lnTo>
                  <a:lnTo>
                    <a:pt x="7" y="140"/>
                  </a:lnTo>
                  <a:lnTo>
                    <a:pt x="17" y="109"/>
                  </a:lnTo>
                  <a:lnTo>
                    <a:pt x="34" y="80"/>
                  </a:lnTo>
                  <a:lnTo>
                    <a:pt x="55" y="55"/>
                  </a:lnTo>
                  <a:lnTo>
                    <a:pt x="81" y="34"/>
                  </a:lnTo>
                  <a:lnTo>
                    <a:pt x="110" y="17"/>
                  </a:lnTo>
                  <a:lnTo>
                    <a:pt x="142" y="7"/>
                  </a:lnTo>
                  <a:lnTo>
                    <a:pt x="176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7"/>
            <p:cNvSpPr>
              <a:spLocks/>
            </p:cNvSpPr>
            <p:nvPr/>
          </p:nvSpPr>
          <p:spPr bwMode="blackWhite">
            <a:xfrm>
              <a:off x="1711325" y="2765425"/>
              <a:ext cx="276225" cy="276225"/>
            </a:xfrm>
            <a:custGeom>
              <a:avLst/>
              <a:gdLst>
                <a:gd name="T0" fmla="*/ 0 w 174"/>
                <a:gd name="T1" fmla="*/ 0 h 174"/>
                <a:gd name="T2" fmla="*/ 53975 w 174"/>
                <a:gd name="T3" fmla="*/ 11113 h 174"/>
                <a:gd name="T4" fmla="*/ 103188 w 174"/>
                <a:gd name="T5" fmla="*/ 26988 h 174"/>
                <a:gd name="T6" fmla="*/ 149225 w 174"/>
                <a:gd name="T7" fmla="*/ 53975 h 174"/>
                <a:gd name="T8" fmla="*/ 188913 w 174"/>
                <a:gd name="T9" fmla="*/ 87313 h 174"/>
                <a:gd name="T10" fmla="*/ 222250 w 174"/>
                <a:gd name="T11" fmla="*/ 127000 h 174"/>
                <a:gd name="T12" fmla="*/ 249238 w 174"/>
                <a:gd name="T13" fmla="*/ 173038 h 174"/>
                <a:gd name="T14" fmla="*/ 268288 w 174"/>
                <a:gd name="T15" fmla="*/ 222250 h 174"/>
                <a:gd name="T16" fmla="*/ 276225 w 174"/>
                <a:gd name="T17" fmla="*/ 276225 h 174"/>
                <a:gd name="T18" fmla="*/ 234950 w 174"/>
                <a:gd name="T19" fmla="*/ 276225 h 174"/>
                <a:gd name="T20" fmla="*/ 225425 w 174"/>
                <a:gd name="T21" fmla="*/ 225425 h 174"/>
                <a:gd name="T22" fmla="*/ 204788 w 174"/>
                <a:gd name="T23" fmla="*/ 177800 h 174"/>
                <a:gd name="T24" fmla="*/ 177800 w 174"/>
                <a:gd name="T25" fmla="*/ 134938 h 174"/>
                <a:gd name="T26" fmla="*/ 141288 w 174"/>
                <a:gd name="T27" fmla="*/ 98425 h 174"/>
                <a:gd name="T28" fmla="*/ 100013 w 174"/>
                <a:gd name="T29" fmla="*/ 71438 h 174"/>
                <a:gd name="T30" fmla="*/ 50800 w 174"/>
                <a:gd name="T31" fmla="*/ 50800 h 174"/>
                <a:gd name="T32" fmla="*/ 0 w 174"/>
                <a:gd name="T33" fmla="*/ 41275 h 174"/>
                <a:gd name="T34" fmla="*/ 0 w 174"/>
                <a:gd name="T35" fmla="*/ 0 h 1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4" h="174">
                  <a:moveTo>
                    <a:pt x="0" y="0"/>
                  </a:moveTo>
                  <a:lnTo>
                    <a:pt x="34" y="7"/>
                  </a:lnTo>
                  <a:lnTo>
                    <a:pt x="65" y="17"/>
                  </a:lnTo>
                  <a:lnTo>
                    <a:pt x="94" y="34"/>
                  </a:lnTo>
                  <a:lnTo>
                    <a:pt x="119" y="55"/>
                  </a:lnTo>
                  <a:lnTo>
                    <a:pt x="140" y="80"/>
                  </a:lnTo>
                  <a:lnTo>
                    <a:pt x="157" y="109"/>
                  </a:lnTo>
                  <a:lnTo>
                    <a:pt x="169" y="140"/>
                  </a:lnTo>
                  <a:lnTo>
                    <a:pt x="174" y="174"/>
                  </a:lnTo>
                  <a:lnTo>
                    <a:pt x="148" y="174"/>
                  </a:lnTo>
                  <a:lnTo>
                    <a:pt x="142" y="142"/>
                  </a:lnTo>
                  <a:lnTo>
                    <a:pt x="129" y="112"/>
                  </a:lnTo>
                  <a:lnTo>
                    <a:pt x="112" y="85"/>
                  </a:lnTo>
                  <a:lnTo>
                    <a:pt x="89" y="62"/>
                  </a:lnTo>
                  <a:lnTo>
                    <a:pt x="63" y="45"/>
                  </a:lnTo>
                  <a:lnTo>
                    <a:pt x="32" y="32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8"/>
            <p:cNvSpPr>
              <a:spLocks/>
            </p:cNvSpPr>
            <p:nvPr/>
          </p:nvSpPr>
          <p:spPr bwMode="blackWhite">
            <a:xfrm>
              <a:off x="1711325" y="3086100"/>
              <a:ext cx="276225" cy="274638"/>
            </a:xfrm>
            <a:custGeom>
              <a:avLst/>
              <a:gdLst>
                <a:gd name="T0" fmla="*/ 234950 w 174"/>
                <a:gd name="T1" fmla="*/ 0 h 173"/>
                <a:gd name="T2" fmla="*/ 276225 w 174"/>
                <a:gd name="T3" fmla="*/ 0 h 173"/>
                <a:gd name="T4" fmla="*/ 268288 w 174"/>
                <a:gd name="T5" fmla="*/ 52388 h 173"/>
                <a:gd name="T6" fmla="*/ 249238 w 174"/>
                <a:gd name="T7" fmla="*/ 103188 h 173"/>
                <a:gd name="T8" fmla="*/ 222250 w 174"/>
                <a:gd name="T9" fmla="*/ 147638 h 173"/>
                <a:gd name="T10" fmla="*/ 188913 w 174"/>
                <a:gd name="T11" fmla="*/ 188913 h 173"/>
                <a:gd name="T12" fmla="*/ 149225 w 174"/>
                <a:gd name="T13" fmla="*/ 222250 h 173"/>
                <a:gd name="T14" fmla="*/ 103188 w 174"/>
                <a:gd name="T15" fmla="*/ 247650 h 173"/>
                <a:gd name="T16" fmla="*/ 53975 w 174"/>
                <a:gd name="T17" fmla="*/ 266700 h 173"/>
                <a:gd name="T18" fmla="*/ 0 w 174"/>
                <a:gd name="T19" fmla="*/ 274638 h 173"/>
                <a:gd name="T20" fmla="*/ 0 w 174"/>
                <a:gd name="T21" fmla="*/ 234950 h 173"/>
                <a:gd name="T22" fmla="*/ 50800 w 174"/>
                <a:gd name="T23" fmla="*/ 223838 h 173"/>
                <a:gd name="T24" fmla="*/ 100013 w 174"/>
                <a:gd name="T25" fmla="*/ 206375 h 173"/>
                <a:gd name="T26" fmla="*/ 141288 w 174"/>
                <a:gd name="T27" fmla="*/ 176213 h 173"/>
                <a:gd name="T28" fmla="*/ 177800 w 174"/>
                <a:gd name="T29" fmla="*/ 141288 h 173"/>
                <a:gd name="T30" fmla="*/ 204788 w 174"/>
                <a:gd name="T31" fmla="*/ 100013 h 173"/>
                <a:gd name="T32" fmla="*/ 225425 w 174"/>
                <a:gd name="T33" fmla="*/ 52388 h 173"/>
                <a:gd name="T34" fmla="*/ 234950 w 174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4" h="173">
                  <a:moveTo>
                    <a:pt x="148" y="0"/>
                  </a:moveTo>
                  <a:lnTo>
                    <a:pt x="174" y="0"/>
                  </a:lnTo>
                  <a:lnTo>
                    <a:pt x="169" y="33"/>
                  </a:lnTo>
                  <a:lnTo>
                    <a:pt x="157" y="65"/>
                  </a:lnTo>
                  <a:lnTo>
                    <a:pt x="140" y="93"/>
                  </a:lnTo>
                  <a:lnTo>
                    <a:pt x="119" y="119"/>
                  </a:lnTo>
                  <a:lnTo>
                    <a:pt x="94" y="140"/>
                  </a:lnTo>
                  <a:lnTo>
                    <a:pt x="65" y="156"/>
                  </a:lnTo>
                  <a:lnTo>
                    <a:pt x="34" y="168"/>
                  </a:lnTo>
                  <a:lnTo>
                    <a:pt x="0" y="173"/>
                  </a:lnTo>
                  <a:lnTo>
                    <a:pt x="0" y="148"/>
                  </a:lnTo>
                  <a:lnTo>
                    <a:pt x="32" y="141"/>
                  </a:lnTo>
                  <a:lnTo>
                    <a:pt x="63" y="130"/>
                  </a:lnTo>
                  <a:lnTo>
                    <a:pt x="89" y="111"/>
                  </a:lnTo>
                  <a:lnTo>
                    <a:pt x="112" y="89"/>
                  </a:lnTo>
                  <a:lnTo>
                    <a:pt x="129" y="63"/>
                  </a:lnTo>
                  <a:lnTo>
                    <a:pt x="142" y="33"/>
                  </a:lnTo>
                  <a:lnTo>
                    <a:pt x="148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9"/>
            <p:cNvSpPr>
              <a:spLocks/>
            </p:cNvSpPr>
            <p:nvPr/>
          </p:nvSpPr>
          <p:spPr bwMode="blackWhite">
            <a:xfrm>
              <a:off x="1392238" y="3086100"/>
              <a:ext cx="279400" cy="274638"/>
            </a:xfrm>
            <a:custGeom>
              <a:avLst/>
              <a:gdLst>
                <a:gd name="T0" fmla="*/ 0 w 176"/>
                <a:gd name="T1" fmla="*/ 0 h 173"/>
                <a:gd name="T2" fmla="*/ 41275 w 176"/>
                <a:gd name="T3" fmla="*/ 0 h 173"/>
                <a:gd name="T4" fmla="*/ 50800 w 176"/>
                <a:gd name="T5" fmla="*/ 52388 h 173"/>
                <a:gd name="T6" fmla="*/ 71438 w 176"/>
                <a:gd name="T7" fmla="*/ 100013 h 173"/>
                <a:gd name="T8" fmla="*/ 100013 w 176"/>
                <a:gd name="T9" fmla="*/ 141288 h 173"/>
                <a:gd name="T10" fmla="*/ 134938 w 176"/>
                <a:gd name="T11" fmla="*/ 176213 h 173"/>
                <a:gd name="T12" fmla="*/ 177800 w 176"/>
                <a:gd name="T13" fmla="*/ 206375 h 173"/>
                <a:gd name="T14" fmla="*/ 227013 w 176"/>
                <a:gd name="T15" fmla="*/ 223838 h 173"/>
                <a:gd name="T16" fmla="*/ 279400 w 176"/>
                <a:gd name="T17" fmla="*/ 234950 h 173"/>
                <a:gd name="T18" fmla="*/ 279400 w 176"/>
                <a:gd name="T19" fmla="*/ 274638 h 173"/>
                <a:gd name="T20" fmla="*/ 225425 w 176"/>
                <a:gd name="T21" fmla="*/ 266700 h 173"/>
                <a:gd name="T22" fmla="*/ 174625 w 176"/>
                <a:gd name="T23" fmla="*/ 247650 h 173"/>
                <a:gd name="T24" fmla="*/ 128588 w 176"/>
                <a:gd name="T25" fmla="*/ 222250 h 173"/>
                <a:gd name="T26" fmla="*/ 87313 w 176"/>
                <a:gd name="T27" fmla="*/ 188913 h 173"/>
                <a:gd name="T28" fmla="*/ 53975 w 176"/>
                <a:gd name="T29" fmla="*/ 147638 h 173"/>
                <a:gd name="T30" fmla="*/ 26988 w 176"/>
                <a:gd name="T31" fmla="*/ 103188 h 173"/>
                <a:gd name="T32" fmla="*/ 11113 w 176"/>
                <a:gd name="T33" fmla="*/ 52388 h 173"/>
                <a:gd name="T34" fmla="*/ 0 w 176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6" h="173">
                  <a:moveTo>
                    <a:pt x="0" y="0"/>
                  </a:moveTo>
                  <a:lnTo>
                    <a:pt x="26" y="0"/>
                  </a:lnTo>
                  <a:lnTo>
                    <a:pt x="32" y="33"/>
                  </a:lnTo>
                  <a:lnTo>
                    <a:pt x="45" y="63"/>
                  </a:lnTo>
                  <a:lnTo>
                    <a:pt x="63" y="89"/>
                  </a:lnTo>
                  <a:lnTo>
                    <a:pt x="85" y="111"/>
                  </a:lnTo>
                  <a:lnTo>
                    <a:pt x="112" y="130"/>
                  </a:lnTo>
                  <a:lnTo>
                    <a:pt x="143" y="141"/>
                  </a:lnTo>
                  <a:lnTo>
                    <a:pt x="176" y="148"/>
                  </a:lnTo>
                  <a:lnTo>
                    <a:pt x="176" y="173"/>
                  </a:lnTo>
                  <a:lnTo>
                    <a:pt x="142" y="168"/>
                  </a:lnTo>
                  <a:lnTo>
                    <a:pt x="110" y="156"/>
                  </a:lnTo>
                  <a:lnTo>
                    <a:pt x="81" y="140"/>
                  </a:lnTo>
                  <a:lnTo>
                    <a:pt x="55" y="119"/>
                  </a:lnTo>
                  <a:lnTo>
                    <a:pt x="34" y="93"/>
                  </a:lnTo>
                  <a:lnTo>
                    <a:pt x="17" y="65"/>
                  </a:lnTo>
                  <a:lnTo>
                    <a:pt x="7" y="3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0"/>
            <p:cNvSpPr>
              <a:spLocks/>
            </p:cNvSpPr>
            <p:nvPr/>
          </p:nvSpPr>
          <p:spPr bwMode="blackWhite">
            <a:xfrm>
              <a:off x="1403350" y="176213"/>
              <a:ext cx="573087" cy="541338"/>
            </a:xfrm>
            <a:custGeom>
              <a:avLst/>
              <a:gdLst>
                <a:gd name="T0" fmla="*/ 0 w 361"/>
                <a:gd name="T1" fmla="*/ 0 h 341"/>
                <a:gd name="T2" fmla="*/ 573087 w 361"/>
                <a:gd name="T3" fmla="*/ 0 h 341"/>
                <a:gd name="T4" fmla="*/ 573087 w 361"/>
                <a:gd name="T5" fmla="*/ 41275 h 341"/>
                <a:gd name="T6" fmla="*/ 234950 w 361"/>
                <a:gd name="T7" fmla="*/ 271463 h 341"/>
                <a:gd name="T8" fmla="*/ 573087 w 361"/>
                <a:gd name="T9" fmla="*/ 503238 h 341"/>
                <a:gd name="T10" fmla="*/ 573087 w 361"/>
                <a:gd name="T11" fmla="*/ 541338 h 341"/>
                <a:gd name="T12" fmla="*/ 0 w 361"/>
                <a:gd name="T13" fmla="*/ 541338 h 341"/>
                <a:gd name="T14" fmla="*/ 0 w 361"/>
                <a:gd name="T15" fmla="*/ 498475 h 341"/>
                <a:gd name="T16" fmla="*/ 498475 w 361"/>
                <a:gd name="T17" fmla="*/ 498475 h 341"/>
                <a:gd name="T18" fmla="*/ 168275 w 361"/>
                <a:gd name="T19" fmla="*/ 271463 h 341"/>
                <a:gd name="T20" fmla="*/ 168275 w 361"/>
                <a:gd name="T21" fmla="*/ 268288 h 341"/>
                <a:gd name="T22" fmla="*/ 498475 w 361"/>
                <a:gd name="T23" fmla="*/ 41275 h 341"/>
                <a:gd name="T24" fmla="*/ 0 w 361"/>
                <a:gd name="T25" fmla="*/ 41275 h 341"/>
                <a:gd name="T26" fmla="*/ 0 w 361"/>
                <a:gd name="T27" fmla="*/ 0 h 34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" h="341">
                  <a:moveTo>
                    <a:pt x="0" y="0"/>
                  </a:moveTo>
                  <a:lnTo>
                    <a:pt x="361" y="0"/>
                  </a:lnTo>
                  <a:lnTo>
                    <a:pt x="361" y="26"/>
                  </a:lnTo>
                  <a:lnTo>
                    <a:pt x="148" y="171"/>
                  </a:lnTo>
                  <a:lnTo>
                    <a:pt x="361" y="317"/>
                  </a:lnTo>
                  <a:lnTo>
                    <a:pt x="361" y="341"/>
                  </a:lnTo>
                  <a:lnTo>
                    <a:pt x="0" y="341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1"/>
            <p:cNvSpPr>
              <a:spLocks noEditPoints="1"/>
            </p:cNvSpPr>
            <p:nvPr/>
          </p:nvSpPr>
          <p:spPr bwMode="blackWhite">
            <a:xfrm>
              <a:off x="1403350" y="825500"/>
              <a:ext cx="577850" cy="576263"/>
            </a:xfrm>
            <a:custGeom>
              <a:avLst/>
              <a:gdLst>
                <a:gd name="T0" fmla="*/ 200025 w 364"/>
                <a:gd name="T1" fmla="*/ 136525 h 363"/>
                <a:gd name="T2" fmla="*/ 200025 w 364"/>
                <a:gd name="T3" fmla="*/ 436563 h 363"/>
                <a:gd name="T4" fmla="*/ 531813 w 364"/>
                <a:gd name="T5" fmla="*/ 287338 h 363"/>
                <a:gd name="T6" fmla="*/ 200025 w 364"/>
                <a:gd name="T7" fmla="*/ 136525 h 363"/>
                <a:gd name="T8" fmla="*/ 0 w 364"/>
                <a:gd name="T9" fmla="*/ 0 h 363"/>
                <a:gd name="T10" fmla="*/ 577850 w 364"/>
                <a:gd name="T11" fmla="*/ 266700 h 363"/>
                <a:gd name="T12" fmla="*/ 577850 w 364"/>
                <a:gd name="T13" fmla="*/ 307975 h 363"/>
                <a:gd name="T14" fmla="*/ 0 w 364"/>
                <a:gd name="T15" fmla="*/ 576263 h 363"/>
                <a:gd name="T16" fmla="*/ 0 w 364"/>
                <a:gd name="T17" fmla="*/ 528638 h 363"/>
                <a:gd name="T18" fmla="*/ 160338 w 364"/>
                <a:gd name="T19" fmla="*/ 455613 h 363"/>
                <a:gd name="T20" fmla="*/ 160338 w 364"/>
                <a:gd name="T21" fmla="*/ 117475 h 363"/>
                <a:gd name="T22" fmla="*/ 0 w 364"/>
                <a:gd name="T23" fmla="*/ 44450 h 363"/>
                <a:gd name="T24" fmla="*/ 0 w 364"/>
                <a:gd name="T25" fmla="*/ 0 h 3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4" h="363">
                  <a:moveTo>
                    <a:pt x="126" y="86"/>
                  </a:moveTo>
                  <a:lnTo>
                    <a:pt x="126" y="275"/>
                  </a:lnTo>
                  <a:lnTo>
                    <a:pt x="335" y="181"/>
                  </a:lnTo>
                  <a:lnTo>
                    <a:pt x="126" y="86"/>
                  </a:lnTo>
                  <a:close/>
                  <a:moveTo>
                    <a:pt x="0" y="0"/>
                  </a:moveTo>
                  <a:lnTo>
                    <a:pt x="364" y="168"/>
                  </a:lnTo>
                  <a:lnTo>
                    <a:pt x="364" y="194"/>
                  </a:lnTo>
                  <a:lnTo>
                    <a:pt x="0" y="363"/>
                  </a:lnTo>
                  <a:lnTo>
                    <a:pt x="0" y="333"/>
                  </a:lnTo>
                  <a:lnTo>
                    <a:pt x="101" y="287"/>
                  </a:lnTo>
                  <a:lnTo>
                    <a:pt x="101" y="74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2"/>
            <p:cNvSpPr>
              <a:spLocks/>
            </p:cNvSpPr>
            <p:nvPr/>
          </p:nvSpPr>
          <p:spPr bwMode="blackWhite">
            <a:xfrm>
              <a:off x="1403350" y="1455738"/>
              <a:ext cx="573087" cy="509588"/>
            </a:xfrm>
            <a:custGeom>
              <a:avLst/>
              <a:gdLst>
                <a:gd name="T0" fmla="*/ 0 w 361"/>
                <a:gd name="T1" fmla="*/ 0 h 321"/>
                <a:gd name="T2" fmla="*/ 292100 w 361"/>
                <a:gd name="T3" fmla="*/ 231775 h 321"/>
                <a:gd name="T4" fmla="*/ 573087 w 361"/>
                <a:gd name="T5" fmla="*/ 9525 h 321"/>
                <a:gd name="T6" fmla="*/ 573087 w 361"/>
                <a:gd name="T7" fmla="*/ 60325 h 321"/>
                <a:gd name="T8" fmla="*/ 322262 w 361"/>
                <a:gd name="T9" fmla="*/ 255588 h 321"/>
                <a:gd name="T10" fmla="*/ 573087 w 361"/>
                <a:gd name="T11" fmla="*/ 450850 h 321"/>
                <a:gd name="T12" fmla="*/ 573087 w 361"/>
                <a:gd name="T13" fmla="*/ 501650 h 321"/>
                <a:gd name="T14" fmla="*/ 292100 w 361"/>
                <a:gd name="T15" fmla="*/ 280988 h 321"/>
                <a:gd name="T16" fmla="*/ 0 w 361"/>
                <a:gd name="T17" fmla="*/ 509588 h 321"/>
                <a:gd name="T18" fmla="*/ 0 w 361"/>
                <a:gd name="T19" fmla="*/ 460375 h 321"/>
                <a:gd name="T20" fmla="*/ 265112 w 361"/>
                <a:gd name="T21" fmla="*/ 254000 h 321"/>
                <a:gd name="T22" fmla="*/ 0 w 361"/>
                <a:gd name="T23" fmla="*/ 50800 h 321"/>
                <a:gd name="T24" fmla="*/ 0 w 361"/>
                <a:gd name="T25" fmla="*/ 0 h 3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1" h="321">
                  <a:moveTo>
                    <a:pt x="0" y="0"/>
                  </a:moveTo>
                  <a:lnTo>
                    <a:pt x="184" y="146"/>
                  </a:lnTo>
                  <a:lnTo>
                    <a:pt x="361" y="6"/>
                  </a:lnTo>
                  <a:lnTo>
                    <a:pt x="361" y="38"/>
                  </a:lnTo>
                  <a:lnTo>
                    <a:pt x="203" y="161"/>
                  </a:lnTo>
                  <a:lnTo>
                    <a:pt x="361" y="284"/>
                  </a:lnTo>
                  <a:lnTo>
                    <a:pt x="361" y="316"/>
                  </a:lnTo>
                  <a:lnTo>
                    <a:pt x="184" y="177"/>
                  </a:lnTo>
                  <a:lnTo>
                    <a:pt x="0" y="321"/>
                  </a:lnTo>
                  <a:lnTo>
                    <a:pt x="0" y="290"/>
                  </a:lnTo>
                  <a:lnTo>
                    <a:pt x="167" y="16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3"/>
            <p:cNvSpPr>
              <a:spLocks/>
            </p:cNvSpPr>
            <p:nvPr/>
          </p:nvSpPr>
          <p:spPr bwMode="blackWhite">
            <a:xfrm>
              <a:off x="1403350" y="2293938"/>
              <a:ext cx="573087" cy="404813"/>
            </a:xfrm>
            <a:custGeom>
              <a:avLst/>
              <a:gdLst>
                <a:gd name="T0" fmla="*/ 0 w 361"/>
                <a:gd name="T1" fmla="*/ 0 h 255"/>
                <a:gd name="T2" fmla="*/ 573087 w 361"/>
                <a:gd name="T3" fmla="*/ 0 h 255"/>
                <a:gd name="T4" fmla="*/ 573087 w 361"/>
                <a:gd name="T5" fmla="*/ 404813 h 255"/>
                <a:gd name="T6" fmla="*/ 533400 w 361"/>
                <a:gd name="T7" fmla="*/ 404813 h 255"/>
                <a:gd name="T8" fmla="*/ 533400 w 361"/>
                <a:gd name="T9" fmla="*/ 42863 h 255"/>
                <a:gd name="T10" fmla="*/ 298450 w 361"/>
                <a:gd name="T11" fmla="*/ 42863 h 255"/>
                <a:gd name="T12" fmla="*/ 298450 w 361"/>
                <a:gd name="T13" fmla="*/ 368300 h 255"/>
                <a:gd name="T14" fmla="*/ 260350 w 361"/>
                <a:gd name="T15" fmla="*/ 368300 h 255"/>
                <a:gd name="T16" fmla="*/ 260350 w 361"/>
                <a:gd name="T17" fmla="*/ 42863 h 255"/>
                <a:gd name="T18" fmla="*/ 0 w 361"/>
                <a:gd name="T19" fmla="*/ 42863 h 255"/>
                <a:gd name="T20" fmla="*/ 0 w 361"/>
                <a:gd name="T21" fmla="*/ 0 h 2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1" h="255">
                  <a:moveTo>
                    <a:pt x="0" y="0"/>
                  </a:moveTo>
                  <a:lnTo>
                    <a:pt x="361" y="0"/>
                  </a:lnTo>
                  <a:lnTo>
                    <a:pt x="361" y="255"/>
                  </a:lnTo>
                  <a:lnTo>
                    <a:pt x="336" y="255"/>
                  </a:lnTo>
                  <a:lnTo>
                    <a:pt x="336" y="27"/>
                  </a:lnTo>
                  <a:lnTo>
                    <a:pt x="188" y="27"/>
                  </a:lnTo>
                  <a:lnTo>
                    <a:pt x="188" y="232"/>
                  </a:lnTo>
                  <a:lnTo>
                    <a:pt x="164" y="232"/>
                  </a:lnTo>
                  <a:lnTo>
                    <a:pt x="164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4"/>
            <p:cNvSpPr>
              <a:spLocks noEditPoints="1"/>
            </p:cNvSpPr>
            <p:nvPr/>
          </p:nvSpPr>
          <p:spPr bwMode="blackWhite">
            <a:xfrm>
              <a:off x="1403350" y="3494088"/>
              <a:ext cx="573087" cy="466725"/>
            </a:xfrm>
            <a:custGeom>
              <a:avLst/>
              <a:gdLst>
                <a:gd name="T0" fmla="*/ 276225 w 361"/>
                <a:gd name="T1" fmla="*/ 42863 h 294"/>
                <a:gd name="T2" fmla="*/ 276225 w 361"/>
                <a:gd name="T3" fmla="*/ 236538 h 294"/>
                <a:gd name="T4" fmla="*/ 277812 w 361"/>
                <a:gd name="T5" fmla="*/ 276225 h 294"/>
                <a:gd name="T6" fmla="*/ 288925 w 361"/>
                <a:gd name="T7" fmla="*/ 311150 h 294"/>
                <a:gd name="T8" fmla="*/ 301625 w 361"/>
                <a:gd name="T9" fmla="*/ 342900 h 294"/>
                <a:gd name="T10" fmla="*/ 322262 w 361"/>
                <a:gd name="T11" fmla="*/ 366713 h 294"/>
                <a:gd name="T12" fmla="*/ 344487 w 361"/>
                <a:gd name="T13" fmla="*/ 387350 h 294"/>
                <a:gd name="T14" fmla="*/ 374650 w 361"/>
                <a:gd name="T15" fmla="*/ 398463 h 294"/>
                <a:gd name="T16" fmla="*/ 407987 w 361"/>
                <a:gd name="T17" fmla="*/ 403225 h 294"/>
                <a:gd name="T18" fmla="*/ 409575 w 361"/>
                <a:gd name="T19" fmla="*/ 403225 h 294"/>
                <a:gd name="T20" fmla="*/ 444500 w 361"/>
                <a:gd name="T21" fmla="*/ 398463 h 294"/>
                <a:gd name="T22" fmla="*/ 476250 w 361"/>
                <a:gd name="T23" fmla="*/ 384175 h 294"/>
                <a:gd name="T24" fmla="*/ 500062 w 361"/>
                <a:gd name="T25" fmla="*/ 360363 h 294"/>
                <a:gd name="T26" fmla="*/ 519112 w 361"/>
                <a:gd name="T27" fmla="*/ 327025 h 294"/>
                <a:gd name="T28" fmla="*/ 530225 w 361"/>
                <a:gd name="T29" fmla="*/ 285750 h 294"/>
                <a:gd name="T30" fmla="*/ 533400 w 361"/>
                <a:gd name="T31" fmla="*/ 238125 h 294"/>
                <a:gd name="T32" fmla="*/ 533400 w 361"/>
                <a:gd name="T33" fmla="*/ 42863 h 294"/>
                <a:gd name="T34" fmla="*/ 276225 w 361"/>
                <a:gd name="T35" fmla="*/ 42863 h 294"/>
                <a:gd name="T36" fmla="*/ 0 w 361"/>
                <a:gd name="T37" fmla="*/ 0 h 294"/>
                <a:gd name="T38" fmla="*/ 573087 w 361"/>
                <a:gd name="T39" fmla="*/ 0 h 294"/>
                <a:gd name="T40" fmla="*/ 573087 w 361"/>
                <a:gd name="T41" fmla="*/ 239713 h 294"/>
                <a:gd name="T42" fmla="*/ 569912 w 361"/>
                <a:gd name="T43" fmla="*/ 292100 h 294"/>
                <a:gd name="T44" fmla="*/ 558800 w 361"/>
                <a:gd name="T45" fmla="*/ 336550 h 294"/>
                <a:gd name="T46" fmla="*/ 539750 w 361"/>
                <a:gd name="T47" fmla="*/ 373063 h 294"/>
                <a:gd name="T48" fmla="*/ 515937 w 361"/>
                <a:gd name="T49" fmla="*/ 404813 h 294"/>
                <a:gd name="T50" fmla="*/ 485775 w 361"/>
                <a:gd name="T51" fmla="*/ 427038 h 294"/>
                <a:gd name="T52" fmla="*/ 450850 w 361"/>
                <a:gd name="T53" fmla="*/ 441325 h 294"/>
                <a:gd name="T54" fmla="*/ 411162 w 361"/>
                <a:gd name="T55" fmla="*/ 446088 h 294"/>
                <a:gd name="T56" fmla="*/ 409575 w 361"/>
                <a:gd name="T57" fmla="*/ 446088 h 294"/>
                <a:gd name="T58" fmla="*/ 369887 w 361"/>
                <a:gd name="T59" fmla="*/ 441325 h 294"/>
                <a:gd name="T60" fmla="*/ 336550 w 361"/>
                <a:gd name="T61" fmla="*/ 430213 h 294"/>
                <a:gd name="T62" fmla="*/ 309562 w 361"/>
                <a:gd name="T63" fmla="*/ 411163 h 294"/>
                <a:gd name="T64" fmla="*/ 284162 w 361"/>
                <a:gd name="T65" fmla="*/ 385763 h 294"/>
                <a:gd name="T66" fmla="*/ 265112 w 361"/>
                <a:gd name="T67" fmla="*/ 354013 h 294"/>
                <a:gd name="T68" fmla="*/ 254000 w 361"/>
                <a:gd name="T69" fmla="*/ 317500 h 294"/>
                <a:gd name="T70" fmla="*/ 244475 w 361"/>
                <a:gd name="T71" fmla="*/ 277813 h 294"/>
                <a:gd name="T72" fmla="*/ 0 w 361"/>
                <a:gd name="T73" fmla="*/ 466725 h 294"/>
                <a:gd name="T74" fmla="*/ 0 w 361"/>
                <a:gd name="T75" fmla="*/ 412750 h 294"/>
                <a:gd name="T76" fmla="*/ 236537 w 361"/>
                <a:gd name="T77" fmla="*/ 230188 h 294"/>
                <a:gd name="T78" fmla="*/ 236537 w 361"/>
                <a:gd name="T79" fmla="*/ 42863 h 294"/>
                <a:gd name="T80" fmla="*/ 0 w 361"/>
                <a:gd name="T81" fmla="*/ 42863 h 294"/>
                <a:gd name="T82" fmla="*/ 0 w 361"/>
                <a:gd name="T83" fmla="*/ 0 h 29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61" h="294">
                  <a:moveTo>
                    <a:pt x="174" y="27"/>
                  </a:moveTo>
                  <a:lnTo>
                    <a:pt x="174" y="149"/>
                  </a:lnTo>
                  <a:lnTo>
                    <a:pt x="175" y="174"/>
                  </a:lnTo>
                  <a:lnTo>
                    <a:pt x="182" y="196"/>
                  </a:lnTo>
                  <a:lnTo>
                    <a:pt x="190" y="216"/>
                  </a:lnTo>
                  <a:lnTo>
                    <a:pt x="203" y="231"/>
                  </a:lnTo>
                  <a:lnTo>
                    <a:pt x="217" y="244"/>
                  </a:lnTo>
                  <a:lnTo>
                    <a:pt x="236" y="251"/>
                  </a:lnTo>
                  <a:lnTo>
                    <a:pt x="257" y="254"/>
                  </a:lnTo>
                  <a:lnTo>
                    <a:pt x="258" y="254"/>
                  </a:lnTo>
                  <a:lnTo>
                    <a:pt x="280" y="251"/>
                  </a:lnTo>
                  <a:lnTo>
                    <a:pt x="300" y="242"/>
                  </a:lnTo>
                  <a:lnTo>
                    <a:pt x="315" y="227"/>
                  </a:lnTo>
                  <a:lnTo>
                    <a:pt x="327" y="206"/>
                  </a:lnTo>
                  <a:lnTo>
                    <a:pt x="334" y="180"/>
                  </a:lnTo>
                  <a:lnTo>
                    <a:pt x="336" y="150"/>
                  </a:lnTo>
                  <a:lnTo>
                    <a:pt x="336" y="27"/>
                  </a:lnTo>
                  <a:lnTo>
                    <a:pt x="174" y="27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51"/>
                  </a:lnTo>
                  <a:lnTo>
                    <a:pt x="359" y="184"/>
                  </a:lnTo>
                  <a:lnTo>
                    <a:pt x="352" y="212"/>
                  </a:lnTo>
                  <a:lnTo>
                    <a:pt x="340" y="235"/>
                  </a:lnTo>
                  <a:lnTo>
                    <a:pt x="325" y="255"/>
                  </a:lnTo>
                  <a:lnTo>
                    <a:pt x="306" y="269"/>
                  </a:lnTo>
                  <a:lnTo>
                    <a:pt x="284" y="278"/>
                  </a:lnTo>
                  <a:lnTo>
                    <a:pt x="259" y="281"/>
                  </a:lnTo>
                  <a:lnTo>
                    <a:pt x="258" y="281"/>
                  </a:lnTo>
                  <a:lnTo>
                    <a:pt x="233" y="278"/>
                  </a:lnTo>
                  <a:lnTo>
                    <a:pt x="212" y="271"/>
                  </a:lnTo>
                  <a:lnTo>
                    <a:pt x="195" y="259"/>
                  </a:lnTo>
                  <a:lnTo>
                    <a:pt x="179" y="243"/>
                  </a:lnTo>
                  <a:lnTo>
                    <a:pt x="167" y="223"/>
                  </a:lnTo>
                  <a:lnTo>
                    <a:pt x="160" y="200"/>
                  </a:lnTo>
                  <a:lnTo>
                    <a:pt x="154" y="175"/>
                  </a:lnTo>
                  <a:lnTo>
                    <a:pt x="0" y="294"/>
                  </a:lnTo>
                  <a:lnTo>
                    <a:pt x="0" y="260"/>
                  </a:lnTo>
                  <a:lnTo>
                    <a:pt x="149" y="145"/>
                  </a:lnTo>
                  <a:lnTo>
                    <a:pt x="149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5"/>
            <p:cNvSpPr>
              <a:spLocks noEditPoints="1"/>
            </p:cNvSpPr>
            <p:nvPr/>
          </p:nvSpPr>
          <p:spPr bwMode="blackWhite">
            <a:xfrm>
              <a:off x="1403350" y="4116388"/>
              <a:ext cx="573087" cy="496888"/>
            </a:xfrm>
            <a:custGeom>
              <a:avLst/>
              <a:gdLst>
                <a:gd name="T0" fmla="*/ 39687 w 361"/>
                <a:gd name="T1" fmla="*/ 44450 h 313"/>
                <a:gd name="T2" fmla="*/ 39687 w 361"/>
                <a:gd name="T3" fmla="*/ 192088 h 313"/>
                <a:gd name="T4" fmla="*/ 42862 w 361"/>
                <a:gd name="T5" fmla="*/ 250825 h 313"/>
                <a:gd name="T6" fmla="*/ 57150 w 361"/>
                <a:gd name="T7" fmla="*/ 300038 h 313"/>
                <a:gd name="T8" fmla="*/ 80962 w 361"/>
                <a:gd name="T9" fmla="*/ 346075 h 313"/>
                <a:gd name="T10" fmla="*/ 109537 w 361"/>
                <a:gd name="T11" fmla="*/ 382588 h 313"/>
                <a:gd name="T12" fmla="*/ 147637 w 361"/>
                <a:gd name="T13" fmla="*/ 412750 h 313"/>
                <a:gd name="T14" fmla="*/ 188912 w 361"/>
                <a:gd name="T15" fmla="*/ 434975 h 313"/>
                <a:gd name="T16" fmla="*/ 234950 w 361"/>
                <a:gd name="T17" fmla="*/ 447675 h 313"/>
                <a:gd name="T18" fmla="*/ 284162 w 361"/>
                <a:gd name="T19" fmla="*/ 454025 h 313"/>
                <a:gd name="T20" fmla="*/ 287337 w 361"/>
                <a:gd name="T21" fmla="*/ 454025 h 313"/>
                <a:gd name="T22" fmla="*/ 336550 w 361"/>
                <a:gd name="T23" fmla="*/ 447675 h 313"/>
                <a:gd name="T24" fmla="*/ 382587 w 361"/>
                <a:gd name="T25" fmla="*/ 434975 h 313"/>
                <a:gd name="T26" fmla="*/ 425450 w 361"/>
                <a:gd name="T27" fmla="*/ 412750 h 313"/>
                <a:gd name="T28" fmla="*/ 461962 w 361"/>
                <a:gd name="T29" fmla="*/ 382588 h 313"/>
                <a:gd name="T30" fmla="*/ 492125 w 361"/>
                <a:gd name="T31" fmla="*/ 346075 h 313"/>
                <a:gd name="T32" fmla="*/ 515937 w 361"/>
                <a:gd name="T33" fmla="*/ 300038 h 313"/>
                <a:gd name="T34" fmla="*/ 530225 w 361"/>
                <a:gd name="T35" fmla="*/ 250825 h 313"/>
                <a:gd name="T36" fmla="*/ 533400 w 361"/>
                <a:gd name="T37" fmla="*/ 192088 h 313"/>
                <a:gd name="T38" fmla="*/ 533400 w 361"/>
                <a:gd name="T39" fmla="*/ 44450 h 313"/>
                <a:gd name="T40" fmla="*/ 39687 w 361"/>
                <a:gd name="T41" fmla="*/ 44450 h 313"/>
                <a:gd name="T42" fmla="*/ 0 w 361"/>
                <a:gd name="T43" fmla="*/ 0 h 313"/>
                <a:gd name="T44" fmla="*/ 573087 w 361"/>
                <a:gd name="T45" fmla="*/ 0 h 313"/>
                <a:gd name="T46" fmla="*/ 573087 w 361"/>
                <a:gd name="T47" fmla="*/ 192088 h 313"/>
                <a:gd name="T48" fmla="*/ 569912 w 361"/>
                <a:gd name="T49" fmla="*/ 250825 h 313"/>
                <a:gd name="T50" fmla="*/ 557212 w 361"/>
                <a:gd name="T51" fmla="*/ 304800 h 313"/>
                <a:gd name="T52" fmla="*/ 536575 w 361"/>
                <a:gd name="T53" fmla="*/ 352425 h 313"/>
                <a:gd name="T54" fmla="*/ 509587 w 361"/>
                <a:gd name="T55" fmla="*/ 393700 h 313"/>
                <a:gd name="T56" fmla="*/ 473075 w 361"/>
                <a:gd name="T57" fmla="*/ 428625 h 313"/>
                <a:gd name="T58" fmla="*/ 434975 w 361"/>
                <a:gd name="T59" fmla="*/ 457200 h 313"/>
                <a:gd name="T60" fmla="*/ 390525 w 361"/>
                <a:gd name="T61" fmla="*/ 479425 h 313"/>
                <a:gd name="T62" fmla="*/ 341312 w 361"/>
                <a:gd name="T63" fmla="*/ 493713 h 313"/>
                <a:gd name="T64" fmla="*/ 288925 w 361"/>
                <a:gd name="T65" fmla="*/ 496888 h 313"/>
                <a:gd name="T66" fmla="*/ 287337 w 361"/>
                <a:gd name="T67" fmla="*/ 496888 h 313"/>
                <a:gd name="T68" fmla="*/ 234950 w 361"/>
                <a:gd name="T69" fmla="*/ 493713 h 313"/>
                <a:gd name="T70" fmla="*/ 184150 w 361"/>
                <a:gd name="T71" fmla="*/ 479425 h 313"/>
                <a:gd name="T72" fmla="*/ 141287 w 361"/>
                <a:gd name="T73" fmla="*/ 457200 h 313"/>
                <a:gd name="T74" fmla="*/ 101600 w 361"/>
                <a:gd name="T75" fmla="*/ 428625 h 313"/>
                <a:gd name="T76" fmla="*/ 66675 w 361"/>
                <a:gd name="T77" fmla="*/ 393700 h 313"/>
                <a:gd name="T78" fmla="*/ 39687 w 361"/>
                <a:gd name="T79" fmla="*/ 352425 h 313"/>
                <a:gd name="T80" fmla="*/ 19050 w 361"/>
                <a:gd name="T81" fmla="*/ 304800 h 313"/>
                <a:gd name="T82" fmla="*/ 3175 w 361"/>
                <a:gd name="T83" fmla="*/ 250825 h 313"/>
                <a:gd name="T84" fmla="*/ 0 w 361"/>
                <a:gd name="T85" fmla="*/ 192088 h 313"/>
                <a:gd name="T86" fmla="*/ 0 w 361"/>
                <a:gd name="T87" fmla="*/ 0 h 31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1" h="313">
                  <a:moveTo>
                    <a:pt x="25" y="28"/>
                  </a:moveTo>
                  <a:lnTo>
                    <a:pt x="25" y="121"/>
                  </a:lnTo>
                  <a:lnTo>
                    <a:pt x="27" y="158"/>
                  </a:lnTo>
                  <a:lnTo>
                    <a:pt x="36" y="189"/>
                  </a:lnTo>
                  <a:lnTo>
                    <a:pt x="51" y="218"/>
                  </a:lnTo>
                  <a:lnTo>
                    <a:pt x="69" y="241"/>
                  </a:lnTo>
                  <a:lnTo>
                    <a:pt x="93" y="260"/>
                  </a:lnTo>
                  <a:lnTo>
                    <a:pt x="119" y="274"/>
                  </a:lnTo>
                  <a:lnTo>
                    <a:pt x="148" y="282"/>
                  </a:lnTo>
                  <a:lnTo>
                    <a:pt x="179" y="286"/>
                  </a:lnTo>
                  <a:lnTo>
                    <a:pt x="181" y="286"/>
                  </a:lnTo>
                  <a:lnTo>
                    <a:pt x="212" y="282"/>
                  </a:lnTo>
                  <a:lnTo>
                    <a:pt x="241" y="274"/>
                  </a:lnTo>
                  <a:lnTo>
                    <a:pt x="268" y="260"/>
                  </a:lnTo>
                  <a:lnTo>
                    <a:pt x="291" y="241"/>
                  </a:lnTo>
                  <a:lnTo>
                    <a:pt x="310" y="218"/>
                  </a:lnTo>
                  <a:lnTo>
                    <a:pt x="325" y="189"/>
                  </a:lnTo>
                  <a:lnTo>
                    <a:pt x="334" y="158"/>
                  </a:lnTo>
                  <a:lnTo>
                    <a:pt x="336" y="121"/>
                  </a:lnTo>
                  <a:lnTo>
                    <a:pt x="336" y="28"/>
                  </a:lnTo>
                  <a:lnTo>
                    <a:pt x="25" y="28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21"/>
                  </a:lnTo>
                  <a:lnTo>
                    <a:pt x="359" y="158"/>
                  </a:lnTo>
                  <a:lnTo>
                    <a:pt x="351" y="192"/>
                  </a:lnTo>
                  <a:lnTo>
                    <a:pt x="338" y="222"/>
                  </a:lnTo>
                  <a:lnTo>
                    <a:pt x="321" y="248"/>
                  </a:lnTo>
                  <a:lnTo>
                    <a:pt x="298" y="270"/>
                  </a:lnTo>
                  <a:lnTo>
                    <a:pt x="274" y="288"/>
                  </a:lnTo>
                  <a:lnTo>
                    <a:pt x="246" y="302"/>
                  </a:lnTo>
                  <a:lnTo>
                    <a:pt x="215" y="311"/>
                  </a:lnTo>
                  <a:lnTo>
                    <a:pt x="182" y="313"/>
                  </a:lnTo>
                  <a:lnTo>
                    <a:pt x="181" y="313"/>
                  </a:lnTo>
                  <a:lnTo>
                    <a:pt x="148" y="311"/>
                  </a:lnTo>
                  <a:lnTo>
                    <a:pt x="116" y="302"/>
                  </a:lnTo>
                  <a:lnTo>
                    <a:pt x="89" y="288"/>
                  </a:lnTo>
                  <a:lnTo>
                    <a:pt x="64" y="270"/>
                  </a:lnTo>
                  <a:lnTo>
                    <a:pt x="42" y="248"/>
                  </a:lnTo>
                  <a:lnTo>
                    <a:pt x="25" y="222"/>
                  </a:lnTo>
                  <a:lnTo>
                    <a:pt x="12" y="192"/>
                  </a:lnTo>
                  <a:lnTo>
                    <a:pt x="2" y="158"/>
                  </a:lnTo>
                  <a:lnTo>
                    <a:pt x="0" y="12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6"/>
            <p:cNvSpPr>
              <a:spLocks/>
            </p:cNvSpPr>
            <p:nvPr/>
          </p:nvSpPr>
          <p:spPr bwMode="blackWhite">
            <a:xfrm>
              <a:off x="1403350" y="4748213"/>
              <a:ext cx="573087" cy="454025"/>
            </a:xfrm>
            <a:custGeom>
              <a:avLst/>
              <a:gdLst>
                <a:gd name="T0" fmla="*/ 0 w 361"/>
                <a:gd name="T1" fmla="*/ 0 h 286"/>
                <a:gd name="T2" fmla="*/ 573087 w 361"/>
                <a:gd name="T3" fmla="*/ 0 h 286"/>
                <a:gd name="T4" fmla="*/ 573087 w 361"/>
                <a:gd name="T5" fmla="*/ 44450 h 286"/>
                <a:gd name="T6" fmla="*/ 307975 w 361"/>
                <a:gd name="T7" fmla="*/ 44450 h 286"/>
                <a:gd name="T8" fmla="*/ 307975 w 361"/>
                <a:gd name="T9" fmla="*/ 409575 h 286"/>
                <a:gd name="T10" fmla="*/ 573087 w 361"/>
                <a:gd name="T11" fmla="*/ 409575 h 286"/>
                <a:gd name="T12" fmla="*/ 573087 w 361"/>
                <a:gd name="T13" fmla="*/ 454025 h 286"/>
                <a:gd name="T14" fmla="*/ 0 w 361"/>
                <a:gd name="T15" fmla="*/ 454025 h 286"/>
                <a:gd name="T16" fmla="*/ 0 w 361"/>
                <a:gd name="T17" fmla="*/ 409575 h 286"/>
                <a:gd name="T18" fmla="*/ 268287 w 361"/>
                <a:gd name="T19" fmla="*/ 409575 h 286"/>
                <a:gd name="T20" fmla="*/ 268287 w 361"/>
                <a:gd name="T21" fmla="*/ 44450 h 286"/>
                <a:gd name="T22" fmla="*/ 0 w 361"/>
                <a:gd name="T23" fmla="*/ 44450 h 286"/>
                <a:gd name="T24" fmla="*/ 0 w 361"/>
                <a:gd name="T25" fmla="*/ 0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1" h="286">
                  <a:moveTo>
                    <a:pt x="0" y="0"/>
                  </a:moveTo>
                  <a:lnTo>
                    <a:pt x="361" y="0"/>
                  </a:lnTo>
                  <a:lnTo>
                    <a:pt x="361" y="28"/>
                  </a:lnTo>
                  <a:lnTo>
                    <a:pt x="194" y="28"/>
                  </a:lnTo>
                  <a:lnTo>
                    <a:pt x="194" y="258"/>
                  </a:lnTo>
                  <a:lnTo>
                    <a:pt x="361" y="258"/>
                  </a:lnTo>
                  <a:lnTo>
                    <a:pt x="361" y="286"/>
                  </a:lnTo>
                  <a:lnTo>
                    <a:pt x="0" y="286"/>
                  </a:lnTo>
                  <a:lnTo>
                    <a:pt x="0" y="258"/>
                  </a:lnTo>
                  <a:lnTo>
                    <a:pt x="169" y="258"/>
                  </a:lnTo>
                  <a:lnTo>
                    <a:pt x="169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7"/>
            <p:cNvSpPr>
              <a:spLocks noEditPoints="1"/>
            </p:cNvSpPr>
            <p:nvPr/>
          </p:nvSpPr>
          <p:spPr bwMode="blackWhite">
            <a:xfrm>
              <a:off x="1403350" y="5314950"/>
              <a:ext cx="577850" cy="574675"/>
            </a:xfrm>
            <a:custGeom>
              <a:avLst/>
              <a:gdLst>
                <a:gd name="T0" fmla="*/ 200025 w 364"/>
                <a:gd name="T1" fmla="*/ 134938 h 362"/>
                <a:gd name="T2" fmla="*/ 200025 w 364"/>
                <a:gd name="T3" fmla="*/ 438150 h 362"/>
                <a:gd name="T4" fmla="*/ 531813 w 364"/>
                <a:gd name="T5" fmla="*/ 285750 h 362"/>
                <a:gd name="T6" fmla="*/ 200025 w 364"/>
                <a:gd name="T7" fmla="*/ 134938 h 362"/>
                <a:gd name="T8" fmla="*/ 0 w 364"/>
                <a:gd name="T9" fmla="*/ 0 h 362"/>
                <a:gd name="T10" fmla="*/ 577850 w 364"/>
                <a:gd name="T11" fmla="*/ 268288 h 362"/>
                <a:gd name="T12" fmla="*/ 577850 w 364"/>
                <a:gd name="T13" fmla="*/ 306388 h 362"/>
                <a:gd name="T14" fmla="*/ 0 w 364"/>
                <a:gd name="T15" fmla="*/ 574675 h 362"/>
                <a:gd name="T16" fmla="*/ 0 w 364"/>
                <a:gd name="T17" fmla="*/ 530225 h 362"/>
                <a:gd name="T18" fmla="*/ 160338 w 364"/>
                <a:gd name="T19" fmla="*/ 454025 h 362"/>
                <a:gd name="T20" fmla="*/ 160338 w 364"/>
                <a:gd name="T21" fmla="*/ 115888 h 362"/>
                <a:gd name="T22" fmla="*/ 0 w 364"/>
                <a:gd name="T23" fmla="*/ 42863 h 362"/>
                <a:gd name="T24" fmla="*/ 0 w 364"/>
                <a:gd name="T25" fmla="*/ 0 h 3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4" h="362">
                  <a:moveTo>
                    <a:pt x="126" y="85"/>
                  </a:moveTo>
                  <a:lnTo>
                    <a:pt x="126" y="276"/>
                  </a:lnTo>
                  <a:lnTo>
                    <a:pt x="335" y="180"/>
                  </a:lnTo>
                  <a:lnTo>
                    <a:pt x="126" y="85"/>
                  </a:lnTo>
                  <a:close/>
                  <a:moveTo>
                    <a:pt x="0" y="0"/>
                  </a:moveTo>
                  <a:lnTo>
                    <a:pt x="364" y="169"/>
                  </a:lnTo>
                  <a:lnTo>
                    <a:pt x="364" y="193"/>
                  </a:lnTo>
                  <a:lnTo>
                    <a:pt x="0" y="362"/>
                  </a:lnTo>
                  <a:lnTo>
                    <a:pt x="0" y="334"/>
                  </a:lnTo>
                  <a:lnTo>
                    <a:pt x="101" y="286"/>
                  </a:lnTo>
                  <a:lnTo>
                    <a:pt x="101" y="73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8"/>
            <p:cNvSpPr>
              <a:spLocks/>
            </p:cNvSpPr>
            <p:nvPr/>
          </p:nvSpPr>
          <p:spPr bwMode="blackWhite">
            <a:xfrm>
              <a:off x="1403350" y="6000750"/>
              <a:ext cx="573087" cy="539750"/>
            </a:xfrm>
            <a:custGeom>
              <a:avLst/>
              <a:gdLst>
                <a:gd name="T0" fmla="*/ 0 w 361"/>
                <a:gd name="T1" fmla="*/ 0 h 340"/>
                <a:gd name="T2" fmla="*/ 573087 w 361"/>
                <a:gd name="T3" fmla="*/ 0 h 340"/>
                <a:gd name="T4" fmla="*/ 573087 w 361"/>
                <a:gd name="T5" fmla="*/ 39688 h 340"/>
                <a:gd name="T6" fmla="*/ 234950 w 361"/>
                <a:gd name="T7" fmla="*/ 269875 h 340"/>
                <a:gd name="T8" fmla="*/ 573087 w 361"/>
                <a:gd name="T9" fmla="*/ 500063 h 340"/>
                <a:gd name="T10" fmla="*/ 573087 w 361"/>
                <a:gd name="T11" fmla="*/ 539750 h 340"/>
                <a:gd name="T12" fmla="*/ 0 w 361"/>
                <a:gd name="T13" fmla="*/ 539750 h 340"/>
                <a:gd name="T14" fmla="*/ 0 w 361"/>
                <a:gd name="T15" fmla="*/ 498475 h 340"/>
                <a:gd name="T16" fmla="*/ 498475 w 361"/>
                <a:gd name="T17" fmla="*/ 498475 h 340"/>
                <a:gd name="T18" fmla="*/ 168275 w 361"/>
                <a:gd name="T19" fmla="*/ 271463 h 340"/>
                <a:gd name="T20" fmla="*/ 168275 w 361"/>
                <a:gd name="T21" fmla="*/ 268288 h 340"/>
                <a:gd name="T22" fmla="*/ 498475 w 361"/>
                <a:gd name="T23" fmla="*/ 41275 h 340"/>
                <a:gd name="T24" fmla="*/ 0 w 361"/>
                <a:gd name="T25" fmla="*/ 41275 h 340"/>
                <a:gd name="T26" fmla="*/ 0 w 361"/>
                <a:gd name="T27" fmla="*/ 0 h 3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" h="340">
                  <a:moveTo>
                    <a:pt x="0" y="0"/>
                  </a:moveTo>
                  <a:lnTo>
                    <a:pt x="361" y="0"/>
                  </a:lnTo>
                  <a:lnTo>
                    <a:pt x="361" y="25"/>
                  </a:lnTo>
                  <a:lnTo>
                    <a:pt x="148" y="170"/>
                  </a:lnTo>
                  <a:lnTo>
                    <a:pt x="361" y="315"/>
                  </a:lnTo>
                  <a:lnTo>
                    <a:pt x="361" y="340"/>
                  </a:lnTo>
                  <a:lnTo>
                    <a:pt x="0" y="340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4"/>
          <p:cNvSpPr>
            <a:spLocks noChangeArrowheads="1"/>
          </p:cNvSpPr>
          <p:nvPr userDrawn="1"/>
        </p:nvSpPr>
        <p:spPr bwMode="blackWhite">
          <a:xfrm>
            <a:off x="431801" y="1989721"/>
            <a:ext cx="3419475" cy="40481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21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19100" y="155973"/>
            <a:ext cx="8066114" cy="648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MAIN SLIDE TITLE</a:t>
            </a:r>
            <a:br>
              <a:rPr lang="en-US" dirty="0"/>
            </a:br>
            <a:r>
              <a:rPr lang="en-US" dirty="0"/>
              <a:t>MAIN SLIDE TITLE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blackWhite">
          <a:xfrm>
            <a:off x="431800" y="822052"/>
            <a:ext cx="4032000" cy="4048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81636" tIns="40818" rIns="81636" bIns="40818" anchor="ctr"/>
          <a:lstStyle/>
          <a:p>
            <a:endParaRPr lang="en-US" dirty="0"/>
          </a:p>
        </p:txBody>
      </p:sp>
      <p:grpSp>
        <p:nvGrpSpPr>
          <p:cNvPr id="22" name="Group 19"/>
          <p:cNvGrpSpPr>
            <a:grpSpLocks/>
          </p:cNvGrpSpPr>
          <p:nvPr userDrawn="1"/>
        </p:nvGrpSpPr>
        <p:grpSpPr bwMode="auto">
          <a:xfrm>
            <a:off x="8705730" y="213488"/>
            <a:ext cx="167311" cy="1833138"/>
            <a:chOff x="1392238" y="176213"/>
            <a:chExt cx="595312" cy="6364287"/>
          </a:xfrm>
        </p:grpSpPr>
        <p:sp>
          <p:nvSpPr>
            <p:cNvPr id="23" name="Freeform 6"/>
            <p:cNvSpPr>
              <a:spLocks/>
            </p:cNvSpPr>
            <p:nvPr/>
          </p:nvSpPr>
          <p:spPr bwMode="blackWhite">
            <a:xfrm>
              <a:off x="1392238" y="2765425"/>
              <a:ext cx="279400" cy="276225"/>
            </a:xfrm>
            <a:custGeom>
              <a:avLst/>
              <a:gdLst>
                <a:gd name="T0" fmla="*/ 279400 w 176"/>
                <a:gd name="T1" fmla="*/ 0 h 174"/>
                <a:gd name="T2" fmla="*/ 279400 w 176"/>
                <a:gd name="T3" fmla="*/ 41275 h 174"/>
                <a:gd name="T4" fmla="*/ 227013 w 176"/>
                <a:gd name="T5" fmla="*/ 50800 h 174"/>
                <a:gd name="T6" fmla="*/ 177800 w 176"/>
                <a:gd name="T7" fmla="*/ 71438 h 174"/>
                <a:gd name="T8" fmla="*/ 134938 w 176"/>
                <a:gd name="T9" fmla="*/ 98425 h 174"/>
                <a:gd name="T10" fmla="*/ 100013 w 176"/>
                <a:gd name="T11" fmla="*/ 134938 h 174"/>
                <a:gd name="T12" fmla="*/ 71438 w 176"/>
                <a:gd name="T13" fmla="*/ 177800 h 174"/>
                <a:gd name="T14" fmla="*/ 50800 w 176"/>
                <a:gd name="T15" fmla="*/ 225425 h 174"/>
                <a:gd name="T16" fmla="*/ 41275 w 176"/>
                <a:gd name="T17" fmla="*/ 276225 h 174"/>
                <a:gd name="T18" fmla="*/ 0 w 176"/>
                <a:gd name="T19" fmla="*/ 276225 h 174"/>
                <a:gd name="T20" fmla="*/ 11113 w 176"/>
                <a:gd name="T21" fmla="*/ 222250 h 174"/>
                <a:gd name="T22" fmla="*/ 26988 w 176"/>
                <a:gd name="T23" fmla="*/ 173038 h 174"/>
                <a:gd name="T24" fmla="*/ 53975 w 176"/>
                <a:gd name="T25" fmla="*/ 127000 h 174"/>
                <a:gd name="T26" fmla="*/ 87313 w 176"/>
                <a:gd name="T27" fmla="*/ 87313 h 174"/>
                <a:gd name="T28" fmla="*/ 128588 w 176"/>
                <a:gd name="T29" fmla="*/ 53975 h 174"/>
                <a:gd name="T30" fmla="*/ 174625 w 176"/>
                <a:gd name="T31" fmla="*/ 26988 h 174"/>
                <a:gd name="T32" fmla="*/ 225425 w 176"/>
                <a:gd name="T33" fmla="*/ 11113 h 174"/>
                <a:gd name="T34" fmla="*/ 279400 w 176"/>
                <a:gd name="T35" fmla="*/ 0 h 1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6" h="174">
                  <a:moveTo>
                    <a:pt x="176" y="0"/>
                  </a:moveTo>
                  <a:lnTo>
                    <a:pt x="176" y="26"/>
                  </a:lnTo>
                  <a:lnTo>
                    <a:pt x="143" y="32"/>
                  </a:lnTo>
                  <a:lnTo>
                    <a:pt x="112" y="45"/>
                  </a:lnTo>
                  <a:lnTo>
                    <a:pt x="85" y="62"/>
                  </a:lnTo>
                  <a:lnTo>
                    <a:pt x="63" y="85"/>
                  </a:lnTo>
                  <a:lnTo>
                    <a:pt x="45" y="112"/>
                  </a:lnTo>
                  <a:lnTo>
                    <a:pt x="32" y="142"/>
                  </a:lnTo>
                  <a:lnTo>
                    <a:pt x="26" y="174"/>
                  </a:lnTo>
                  <a:lnTo>
                    <a:pt x="0" y="174"/>
                  </a:lnTo>
                  <a:lnTo>
                    <a:pt x="7" y="140"/>
                  </a:lnTo>
                  <a:lnTo>
                    <a:pt x="17" y="109"/>
                  </a:lnTo>
                  <a:lnTo>
                    <a:pt x="34" y="80"/>
                  </a:lnTo>
                  <a:lnTo>
                    <a:pt x="55" y="55"/>
                  </a:lnTo>
                  <a:lnTo>
                    <a:pt x="81" y="34"/>
                  </a:lnTo>
                  <a:lnTo>
                    <a:pt x="110" y="17"/>
                  </a:lnTo>
                  <a:lnTo>
                    <a:pt x="142" y="7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7"/>
            <p:cNvSpPr>
              <a:spLocks/>
            </p:cNvSpPr>
            <p:nvPr/>
          </p:nvSpPr>
          <p:spPr bwMode="blackWhite">
            <a:xfrm>
              <a:off x="1711325" y="2765425"/>
              <a:ext cx="276225" cy="276225"/>
            </a:xfrm>
            <a:custGeom>
              <a:avLst/>
              <a:gdLst>
                <a:gd name="T0" fmla="*/ 0 w 174"/>
                <a:gd name="T1" fmla="*/ 0 h 174"/>
                <a:gd name="T2" fmla="*/ 53975 w 174"/>
                <a:gd name="T3" fmla="*/ 11113 h 174"/>
                <a:gd name="T4" fmla="*/ 103188 w 174"/>
                <a:gd name="T5" fmla="*/ 26988 h 174"/>
                <a:gd name="T6" fmla="*/ 149225 w 174"/>
                <a:gd name="T7" fmla="*/ 53975 h 174"/>
                <a:gd name="T8" fmla="*/ 188913 w 174"/>
                <a:gd name="T9" fmla="*/ 87313 h 174"/>
                <a:gd name="T10" fmla="*/ 222250 w 174"/>
                <a:gd name="T11" fmla="*/ 127000 h 174"/>
                <a:gd name="T12" fmla="*/ 249238 w 174"/>
                <a:gd name="T13" fmla="*/ 173038 h 174"/>
                <a:gd name="T14" fmla="*/ 268288 w 174"/>
                <a:gd name="T15" fmla="*/ 222250 h 174"/>
                <a:gd name="T16" fmla="*/ 276225 w 174"/>
                <a:gd name="T17" fmla="*/ 276225 h 174"/>
                <a:gd name="T18" fmla="*/ 234950 w 174"/>
                <a:gd name="T19" fmla="*/ 276225 h 174"/>
                <a:gd name="T20" fmla="*/ 225425 w 174"/>
                <a:gd name="T21" fmla="*/ 225425 h 174"/>
                <a:gd name="T22" fmla="*/ 204788 w 174"/>
                <a:gd name="T23" fmla="*/ 177800 h 174"/>
                <a:gd name="T24" fmla="*/ 177800 w 174"/>
                <a:gd name="T25" fmla="*/ 134938 h 174"/>
                <a:gd name="T26" fmla="*/ 141288 w 174"/>
                <a:gd name="T27" fmla="*/ 98425 h 174"/>
                <a:gd name="T28" fmla="*/ 100013 w 174"/>
                <a:gd name="T29" fmla="*/ 71438 h 174"/>
                <a:gd name="T30" fmla="*/ 50800 w 174"/>
                <a:gd name="T31" fmla="*/ 50800 h 174"/>
                <a:gd name="T32" fmla="*/ 0 w 174"/>
                <a:gd name="T33" fmla="*/ 41275 h 174"/>
                <a:gd name="T34" fmla="*/ 0 w 174"/>
                <a:gd name="T35" fmla="*/ 0 h 17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4" h="174">
                  <a:moveTo>
                    <a:pt x="0" y="0"/>
                  </a:moveTo>
                  <a:lnTo>
                    <a:pt x="34" y="7"/>
                  </a:lnTo>
                  <a:lnTo>
                    <a:pt x="65" y="17"/>
                  </a:lnTo>
                  <a:lnTo>
                    <a:pt x="94" y="34"/>
                  </a:lnTo>
                  <a:lnTo>
                    <a:pt x="119" y="55"/>
                  </a:lnTo>
                  <a:lnTo>
                    <a:pt x="140" y="80"/>
                  </a:lnTo>
                  <a:lnTo>
                    <a:pt x="157" y="109"/>
                  </a:lnTo>
                  <a:lnTo>
                    <a:pt x="169" y="140"/>
                  </a:lnTo>
                  <a:lnTo>
                    <a:pt x="174" y="174"/>
                  </a:lnTo>
                  <a:lnTo>
                    <a:pt x="148" y="174"/>
                  </a:lnTo>
                  <a:lnTo>
                    <a:pt x="142" y="142"/>
                  </a:lnTo>
                  <a:lnTo>
                    <a:pt x="129" y="112"/>
                  </a:lnTo>
                  <a:lnTo>
                    <a:pt x="112" y="85"/>
                  </a:lnTo>
                  <a:lnTo>
                    <a:pt x="89" y="62"/>
                  </a:lnTo>
                  <a:lnTo>
                    <a:pt x="63" y="45"/>
                  </a:lnTo>
                  <a:lnTo>
                    <a:pt x="32" y="32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8"/>
            <p:cNvSpPr>
              <a:spLocks/>
            </p:cNvSpPr>
            <p:nvPr/>
          </p:nvSpPr>
          <p:spPr bwMode="blackWhite">
            <a:xfrm>
              <a:off x="1711325" y="3086100"/>
              <a:ext cx="276225" cy="274638"/>
            </a:xfrm>
            <a:custGeom>
              <a:avLst/>
              <a:gdLst>
                <a:gd name="T0" fmla="*/ 234950 w 174"/>
                <a:gd name="T1" fmla="*/ 0 h 173"/>
                <a:gd name="T2" fmla="*/ 276225 w 174"/>
                <a:gd name="T3" fmla="*/ 0 h 173"/>
                <a:gd name="T4" fmla="*/ 268288 w 174"/>
                <a:gd name="T5" fmla="*/ 52388 h 173"/>
                <a:gd name="T6" fmla="*/ 249238 w 174"/>
                <a:gd name="T7" fmla="*/ 103188 h 173"/>
                <a:gd name="T8" fmla="*/ 222250 w 174"/>
                <a:gd name="T9" fmla="*/ 147638 h 173"/>
                <a:gd name="T10" fmla="*/ 188913 w 174"/>
                <a:gd name="T11" fmla="*/ 188913 h 173"/>
                <a:gd name="T12" fmla="*/ 149225 w 174"/>
                <a:gd name="T13" fmla="*/ 222250 h 173"/>
                <a:gd name="T14" fmla="*/ 103188 w 174"/>
                <a:gd name="T15" fmla="*/ 247650 h 173"/>
                <a:gd name="T16" fmla="*/ 53975 w 174"/>
                <a:gd name="T17" fmla="*/ 266700 h 173"/>
                <a:gd name="T18" fmla="*/ 0 w 174"/>
                <a:gd name="T19" fmla="*/ 274638 h 173"/>
                <a:gd name="T20" fmla="*/ 0 w 174"/>
                <a:gd name="T21" fmla="*/ 234950 h 173"/>
                <a:gd name="T22" fmla="*/ 50800 w 174"/>
                <a:gd name="T23" fmla="*/ 223838 h 173"/>
                <a:gd name="T24" fmla="*/ 100013 w 174"/>
                <a:gd name="T25" fmla="*/ 206375 h 173"/>
                <a:gd name="T26" fmla="*/ 141288 w 174"/>
                <a:gd name="T27" fmla="*/ 176213 h 173"/>
                <a:gd name="T28" fmla="*/ 177800 w 174"/>
                <a:gd name="T29" fmla="*/ 141288 h 173"/>
                <a:gd name="T30" fmla="*/ 204788 w 174"/>
                <a:gd name="T31" fmla="*/ 100013 h 173"/>
                <a:gd name="T32" fmla="*/ 225425 w 174"/>
                <a:gd name="T33" fmla="*/ 52388 h 173"/>
                <a:gd name="T34" fmla="*/ 234950 w 174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4" h="173">
                  <a:moveTo>
                    <a:pt x="148" y="0"/>
                  </a:moveTo>
                  <a:lnTo>
                    <a:pt x="174" y="0"/>
                  </a:lnTo>
                  <a:lnTo>
                    <a:pt x="169" y="33"/>
                  </a:lnTo>
                  <a:lnTo>
                    <a:pt x="157" y="65"/>
                  </a:lnTo>
                  <a:lnTo>
                    <a:pt x="140" y="93"/>
                  </a:lnTo>
                  <a:lnTo>
                    <a:pt x="119" y="119"/>
                  </a:lnTo>
                  <a:lnTo>
                    <a:pt x="94" y="140"/>
                  </a:lnTo>
                  <a:lnTo>
                    <a:pt x="65" y="156"/>
                  </a:lnTo>
                  <a:lnTo>
                    <a:pt x="34" y="168"/>
                  </a:lnTo>
                  <a:lnTo>
                    <a:pt x="0" y="173"/>
                  </a:lnTo>
                  <a:lnTo>
                    <a:pt x="0" y="148"/>
                  </a:lnTo>
                  <a:lnTo>
                    <a:pt x="32" y="141"/>
                  </a:lnTo>
                  <a:lnTo>
                    <a:pt x="63" y="130"/>
                  </a:lnTo>
                  <a:lnTo>
                    <a:pt x="89" y="111"/>
                  </a:lnTo>
                  <a:lnTo>
                    <a:pt x="112" y="89"/>
                  </a:lnTo>
                  <a:lnTo>
                    <a:pt x="129" y="63"/>
                  </a:lnTo>
                  <a:lnTo>
                    <a:pt x="142" y="33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9"/>
            <p:cNvSpPr>
              <a:spLocks/>
            </p:cNvSpPr>
            <p:nvPr/>
          </p:nvSpPr>
          <p:spPr bwMode="blackWhite">
            <a:xfrm>
              <a:off x="1392238" y="3086100"/>
              <a:ext cx="279400" cy="274638"/>
            </a:xfrm>
            <a:custGeom>
              <a:avLst/>
              <a:gdLst>
                <a:gd name="T0" fmla="*/ 0 w 176"/>
                <a:gd name="T1" fmla="*/ 0 h 173"/>
                <a:gd name="T2" fmla="*/ 41275 w 176"/>
                <a:gd name="T3" fmla="*/ 0 h 173"/>
                <a:gd name="T4" fmla="*/ 50800 w 176"/>
                <a:gd name="T5" fmla="*/ 52388 h 173"/>
                <a:gd name="T6" fmla="*/ 71438 w 176"/>
                <a:gd name="T7" fmla="*/ 100013 h 173"/>
                <a:gd name="T8" fmla="*/ 100013 w 176"/>
                <a:gd name="T9" fmla="*/ 141288 h 173"/>
                <a:gd name="T10" fmla="*/ 134938 w 176"/>
                <a:gd name="T11" fmla="*/ 176213 h 173"/>
                <a:gd name="T12" fmla="*/ 177800 w 176"/>
                <a:gd name="T13" fmla="*/ 206375 h 173"/>
                <a:gd name="T14" fmla="*/ 227013 w 176"/>
                <a:gd name="T15" fmla="*/ 223838 h 173"/>
                <a:gd name="T16" fmla="*/ 279400 w 176"/>
                <a:gd name="T17" fmla="*/ 234950 h 173"/>
                <a:gd name="T18" fmla="*/ 279400 w 176"/>
                <a:gd name="T19" fmla="*/ 274638 h 173"/>
                <a:gd name="T20" fmla="*/ 225425 w 176"/>
                <a:gd name="T21" fmla="*/ 266700 h 173"/>
                <a:gd name="T22" fmla="*/ 174625 w 176"/>
                <a:gd name="T23" fmla="*/ 247650 h 173"/>
                <a:gd name="T24" fmla="*/ 128588 w 176"/>
                <a:gd name="T25" fmla="*/ 222250 h 173"/>
                <a:gd name="T26" fmla="*/ 87313 w 176"/>
                <a:gd name="T27" fmla="*/ 188913 h 173"/>
                <a:gd name="T28" fmla="*/ 53975 w 176"/>
                <a:gd name="T29" fmla="*/ 147638 h 173"/>
                <a:gd name="T30" fmla="*/ 26988 w 176"/>
                <a:gd name="T31" fmla="*/ 103188 h 173"/>
                <a:gd name="T32" fmla="*/ 11113 w 176"/>
                <a:gd name="T33" fmla="*/ 52388 h 173"/>
                <a:gd name="T34" fmla="*/ 0 w 176"/>
                <a:gd name="T35" fmla="*/ 0 h 1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76" h="173">
                  <a:moveTo>
                    <a:pt x="0" y="0"/>
                  </a:moveTo>
                  <a:lnTo>
                    <a:pt x="26" y="0"/>
                  </a:lnTo>
                  <a:lnTo>
                    <a:pt x="32" y="33"/>
                  </a:lnTo>
                  <a:lnTo>
                    <a:pt x="45" y="63"/>
                  </a:lnTo>
                  <a:lnTo>
                    <a:pt x="63" y="89"/>
                  </a:lnTo>
                  <a:lnTo>
                    <a:pt x="85" y="111"/>
                  </a:lnTo>
                  <a:lnTo>
                    <a:pt x="112" y="130"/>
                  </a:lnTo>
                  <a:lnTo>
                    <a:pt x="143" y="141"/>
                  </a:lnTo>
                  <a:lnTo>
                    <a:pt x="176" y="148"/>
                  </a:lnTo>
                  <a:lnTo>
                    <a:pt x="176" y="173"/>
                  </a:lnTo>
                  <a:lnTo>
                    <a:pt x="142" y="168"/>
                  </a:lnTo>
                  <a:lnTo>
                    <a:pt x="110" y="156"/>
                  </a:lnTo>
                  <a:lnTo>
                    <a:pt x="81" y="140"/>
                  </a:lnTo>
                  <a:lnTo>
                    <a:pt x="55" y="119"/>
                  </a:lnTo>
                  <a:lnTo>
                    <a:pt x="34" y="93"/>
                  </a:lnTo>
                  <a:lnTo>
                    <a:pt x="17" y="65"/>
                  </a:lnTo>
                  <a:lnTo>
                    <a:pt x="7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0"/>
            <p:cNvSpPr>
              <a:spLocks/>
            </p:cNvSpPr>
            <p:nvPr/>
          </p:nvSpPr>
          <p:spPr bwMode="blackWhite">
            <a:xfrm>
              <a:off x="1403350" y="176213"/>
              <a:ext cx="573087" cy="541338"/>
            </a:xfrm>
            <a:custGeom>
              <a:avLst/>
              <a:gdLst>
                <a:gd name="T0" fmla="*/ 0 w 361"/>
                <a:gd name="T1" fmla="*/ 0 h 341"/>
                <a:gd name="T2" fmla="*/ 573087 w 361"/>
                <a:gd name="T3" fmla="*/ 0 h 341"/>
                <a:gd name="T4" fmla="*/ 573087 w 361"/>
                <a:gd name="T5" fmla="*/ 41275 h 341"/>
                <a:gd name="T6" fmla="*/ 234950 w 361"/>
                <a:gd name="T7" fmla="*/ 271463 h 341"/>
                <a:gd name="T8" fmla="*/ 573087 w 361"/>
                <a:gd name="T9" fmla="*/ 503238 h 341"/>
                <a:gd name="T10" fmla="*/ 573087 w 361"/>
                <a:gd name="T11" fmla="*/ 541338 h 341"/>
                <a:gd name="T12" fmla="*/ 0 w 361"/>
                <a:gd name="T13" fmla="*/ 541338 h 341"/>
                <a:gd name="T14" fmla="*/ 0 w 361"/>
                <a:gd name="T15" fmla="*/ 498475 h 341"/>
                <a:gd name="T16" fmla="*/ 498475 w 361"/>
                <a:gd name="T17" fmla="*/ 498475 h 341"/>
                <a:gd name="T18" fmla="*/ 168275 w 361"/>
                <a:gd name="T19" fmla="*/ 271463 h 341"/>
                <a:gd name="T20" fmla="*/ 168275 w 361"/>
                <a:gd name="T21" fmla="*/ 268288 h 341"/>
                <a:gd name="T22" fmla="*/ 498475 w 361"/>
                <a:gd name="T23" fmla="*/ 41275 h 341"/>
                <a:gd name="T24" fmla="*/ 0 w 361"/>
                <a:gd name="T25" fmla="*/ 41275 h 341"/>
                <a:gd name="T26" fmla="*/ 0 w 361"/>
                <a:gd name="T27" fmla="*/ 0 h 34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" h="341">
                  <a:moveTo>
                    <a:pt x="0" y="0"/>
                  </a:moveTo>
                  <a:lnTo>
                    <a:pt x="361" y="0"/>
                  </a:lnTo>
                  <a:lnTo>
                    <a:pt x="361" y="26"/>
                  </a:lnTo>
                  <a:lnTo>
                    <a:pt x="148" y="171"/>
                  </a:lnTo>
                  <a:lnTo>
                    <a:pt x="361" y="317"/>
                  </a:lnTo>
                  <a:lnTo>
                    <a:pt x="361" y="341"/>
                  </a:lnTo>
                  <a:lnTo>
                    <a:pt x="0" y="341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1"/>
            <p:cNvSpPr>
              <a:spLocks noEditPoints="1"/>
            </p:cNvSpPr>
            <p:nvPr/>
          </p:nvSpPr>
          <p:spPr bwMode="blackWhite">
            <a:xfrm>
              <a:off x="1403350" y="825500"/>
              <a:ext cx="577850" cy="576263"/>
            </a:xfrm>
            <a:custGeom>
              <a:avLst/>
              <a:gdLst>
                <a:gd name="T0" fmla="*/ 200025 w 364"/>
                <a:gd name="T1" fmla="*/ 136525 h 363"/>
                <a:gd name="T2" fmla="*/ 200025 w 364"/>
                <a:gd name="T3" fmla="*/ 436563 h 363"/>
                <a:gd name="T4" fmla="*/ 531813 w 364"/>
                <a:gd name="T5" fmla="*/ 287338 h 363"/>
                <a:gd name="T6" fmla="*/ 200025 w 364"/>
                <a:gd name="T7" fmla="*/ 136525 h 363"/>
                <a:gd name="T8" fmla="*/ 0 w 364"/>
                <a:gd name="T9" fmla="*/ 0 h 363"/>
                <a:gd name="T10" fmla="*/ 577850 w 364"/>
                <a:gd name="T11" fmla="*/ 266700 h 363"/>
                <a:gd name="T12" fmla="*/ 577850 w 364"/>
                <a:gd name="T13" fmla="*/ 307975 h 363"/>
                <a:gd name="T14" fmla="*/ 0 w 364"/>
                <a:gd name="T15" fmla="*/ 576263 h 363"/>
                <a:gd name="T16" fmla="*/ 0 w 364"/>
                <a:gd name="T17" fmla="*/ 528638 h 363"/>
                <a:gd name="T18" fmla="*/ 160338 w 364"/>
                <a:gd name="T19" fmla="*/ 455613 h 363"/>
                <a:gd name="T20" fmla="*/ 160338 w 364"/>
                <a:gd name="T21" fmla="*/ 117475 h 363"/>
                <a:gd name="T22" fmla="*/ 0 w 364"/>
                <a:gd name="T23" fmla="*/ 44450 h 363"/>
                <a:gd name="T24" fmla="*/ 0 w 364"/>
                <a:gd name="T25" fmla="*/ 0 h 3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4" h="363">
                  <a:moveTo>
                    <a:pt x="126" y="86"/>
                  </a:moveTo>
                  <a:lnTo>
                    <a:pt x="126" y="275"/>
                  </a:lnTo>
                  <a:lnTo>
                    <a:pt x="335" y="181"/>
                  </a:lnTo>
                  <a:lnTo>
                    <a:pt x="126" y="86"/>
                  </a:lnTo>
                  <a:close/>
                  <a:moveTo>
                    <a:pt x="0" y="0"/>
                  </a:moveTo>
                  <a:lnTo>
                    <a:pt x="364" y="168"/>
                  </a:lnTo>
                  <a:lnTo>
                    <a:pt x="364" y="194"/>
                  </a:lnTo>
                  <a:lnTo>
                    <a:pt x="0" y="363"/>
                  </a:lnTo>
                  <a:lnTo>
                    <a:pt x="0" y="333"/>
                  </a:lnTo>
                  <a:lnTo>
                    <a:pt x="101" y="287"/>
                  </a:lnTo>
                  <a:lnTo>
                    <a:pt x="101" y="74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2"/>
            <p:cNvSpPr>
              <a:spLocks/>
            </p:cNvSpPr>
            <p:nvPr/>
          </p:nvSpPr>
          <p:spPr bwMode="blackWhite">
            <a:xfrm>
              <a:off x="1403350" y="1455738"/>
              <a:ext cx="573087" cy="509588"/>
            </a:xfrm>
            <a:custGeom>
              <a:avLst/>
              <a:gdLst>
                <a:gd name="T0" fmla="*/ 0 w 361"/>
                <a:gd name="T1" fmla="*/ 0 h 321"/>
                <a:gd name="T2" fmla="*/ 292100 w 361"/>
                <a:gd name="T3" fmla="*/ 231775 h 321"/>
                <a:gd name="T4" fmla="*/ 573087 w 361"/>
                <a:gd name="T5" fmla="*/ 9525 h 321"/>
                <a:gd name="T6" fmla="*/ 573087 w 361"/>
                <a:gd name="T7" fmla="*/ 60325 h 321"/>
                <a:gd name="T8" fmla="*/ 322262 w 361"/>
                <a:gd name="T9" fmla="*/ 255588 h 321"/>
                <a:gd name="T10" fmla="*/ 573087 w 361"/>
                <a:gd name="T11" fmla="*/ 450850 h 321"/>
                <a:gd name="T12" fmla="*/ 573087 w 361"/>
                <a:gd name="T13" fmla="*/ 501650 h 321"/>
                <a:gd name="T14" fmla="*/ 292100 w 361"/>
                <a:gd name="T15" fmla="*/ 280988 h 321"/>
                <a:gd name="T16" fmla="*/ 0 w 361"/>
                <a:gd name="T17" fmla="*/ 509588 h 321"/>
                <a:gd name="T18" fmla="*/ 0 w 361"/>
                <a:gd name="T19" fmla="*/ 460375 h 321"/>
                <a:gd name="T20" fmla="*/ 265112 w 361"/>
                <a:gd name="T21" fmla="*/ 254000 h 321"/>
                <a:gd name="T22" fmla="*/ 0 w 361"/>
                <a:gd name="T23" fmla="*/ 50800 h 321"/>
                <a:gd name="T24" fmla="*/ 0 w 361"/>
                <a:gd name="T25" fmla="*/ 0 h 3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1" h="321">
                  <a:moveTo>
                    <a:pt x="0" y="0"/>
                  </a:moveTo>
                  <a:lnTo>
                    <a:pt x="184" y="146"/>
                  </a:lnTo>
                  <a:lnTo>
                    <a:pt x="361" y="6"/>
                  </a:lnTo>
                  <a:lnTo>
                    <a:pt x="361" y="38"/>
                  </a:lnTo>
                  <a:lnTo>
                    <a:pt x="203" y="161"/>
                  </a:lnTo>
                  <a:lnTo>
                    <a:pt x="361" y="284"/>
                  </a:lnTo>
                  <a:lnTo>
                    <a:pt x="361" y="316"/>
                  </a:lnTo>
                  <a:lnTo>
                    <a:pt x="184" y="177"/>
                  </a:lnTo>
                  <a:lnTo>
                    <a:pt x="0" y="321"/>
                  </a:lnTo>
                  <a:lnTo>
                    <a:pt x="0" y="290"/>
                  </a:lnTo>
                  <a:lnTo>
                    <a:pt x="167" y="160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3"/>
            <p:cNvSpPr>
              <a:spLocks/>
            </p:cNvSpPr>
            <p:nvPr/>
          </p:nvSpPr>
          <p:spPr bwMode="blackWhite">
            <a:xfrm>
              <a:off x="1403350" y="2293938"/>
              <a:ext cx="573087" cy="404813"/>
            </a:xfrm>
            <a:custGeom>
              <a:avLst/>
              <a:gdLst>
                <a:gd name="T0" fmla="*/ 0 w 361"/>
                <a:gd name="T1" fmla="*/ 0 h 255"/>
                <a:gd name="T2" fmla="*/ 573087 w 361"/>
                <a:gd name="T3" fmla="*/ 0 h 255"/>
                <a:gd name="T4" fmla="*/ 573087 w 361"/>
                <a:gd name="T5" fmla="*/ 404813 h 255"/>
                <a:gd name="T6" fmla="*/ 533400 w 361"/>
                <a:gd name="T7" fmla="*/ 404813 h 255"/>
                <a:gd name="T8" fmla="*/ 533400 w 361"/>
                <a:gd name="T9" fmla="*/ 42863 h 255"/>
                <a:gd name="T10" fmla="*/ 298450 w 361"/>
                <a:gd name="T11" fmla="*/ 42863 h 255"/>
                <a:gd name="T12" fmla="*/ 298450 w 361"/>
                <a:gd name="T13" fmla="*/ 368300 h 255"/>
                <a:gd name="T14" fmla="*/ 260350 w 361"/>
                <a:gd name="T15" fmla="*/ 368300 h 255"/>
                <a:gd name="T16" fmla="*/ 260350 w 361"/>
                <a:gd name="T17" fmla="*/ 42863 h 255"/>
                <a:gd name="T18" fmla="*/ 0 w 361"/>
                <a:gd name="T19" fmla="*/ 42863 h 255"/>
                <a:gd name="T20" fmla="*/ 0 w 361"/>
                <a:gd name="T21" fmla="*/ 0 h 2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1" h="255">
                  <a:moveTo>
                    <a:pt x="0" y="0"/>
                  </a:moveTo>
                  <a:lnTo>
                    <a:pt x="361" y="0"/>
                  </a:lnTo>
                  <a:lnTo>
                    <a:pt x="361" y="255"/>
                  </a:lnTo>
                  <a:lnTo>
                    <a:pt x="336" y="255"/>
                  </a:lnTo>
                  <a:lnTo>
                    <a:pt x="336" y="27"/>
                  </a:lnTo>
                  <a:lnTo>
                    <a:pt x="188" y="27"/>
                  </a:lnTo>
                  <a:lnTo>
                    <a:pt x="188" y="232"/>
                  </a:lnTo>
                  <a:lnTo>
                    <a:pt x="164" y="232"/>
                  </a:lnTo>
                  <a:lnTo>
                    <a:pt x="164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4"/>
            <p:cNvSpPr>
              <a:spLocks noEditPoints="1"/>
            </p:cNvSpPr>
            <p:nvPr/>
          </p:nvSpPr>
          <p:spPr bwMode="blackWhite">
            <a:xfrm>
              <a:off x="1403350" y="3494088"/>
              <a:ext cx="573087" cy="466725"/>
            </a:xfrm>
            <a:custGeom>
              <a:avLst/>
              <a:gdLst>
                <a:gd name="T0" fmla="*/ 276225 w 361"/>
                <a:gd name="T1" fmla="*/ 42863 h 294"/>
                <a:gd name="T2" fmla="*/ 276225 w 361"/>
                <a:gd name="T3" fmla="*/ 236538 h 294"/>
                <a:gd name="T4" fmla="*/ 277812 w 361"/>
                <a:gd name="T5" fmla="*/ 276225 h 294"/>
                <a:gd name="T6" fmla="*/ 288925 w 361"/>
                <a:gd name="T7" fmla="*/ 311150 h 294"/>
                <a:gd name="T8" fmla="*/ 301625 w 361"/>
                <a:gd name="T9" fmla="*/ 342900 h 294"/>
                <a:gd name="T10" fmla="*/ 322262 w 361"/>
                <a:gd name="T11" fmla="*/ 366713 h 294"/>
                <a:gd name="T12" fmla="*/ 344487 w 361"/>
                <a:gd name="T13" fmla="*/ 387350 h 294"/>
                <a:gd name="T14" fmla="*/ 374650 w 361"/>
                <a:gd name="T15" fmla="*/ 398463 h 294"/>
                <a:gd name="T16" fmla="*/ 407987 w 361"/>
                <a:gd name="T17" fmla="*/ 403225 h 294"/>
                <a:gd name="T18" fmla="*/ 409575 w 361"/>
                <a:gd name="T19" fmla="*/ 403225 h 294"/>
                <a:gd name="T20" fmla="*/ 444500 w 361"/>
                <a:gd name="T21" fmla="*/ 398463 h 294"/>
                <a:gd name="T22" fmla="*/ 476250 w 361"/>
                <a:gd name="T23" fmla="*/ 384175 h 294"/>
                <a:gd name="T24" fmla="*/ 500062 w 361"/>
                <a:gd name="T25" fmla="*/ 360363 h 294"/>
                <a:gd name="T26" fmla="*/ 519112 w 361"/>
                <a:gd name="T27" fmla="*/ 327025 h 294"/>
                <a:gd name="T28" fmla="*/ 530225 w 361"/>
                <a:gd name="T29" fmla="*/ 285750 h 294"/>
                <a:gd name="T30" fmla="*/ 533400 w 361"/>
                <a:gd name="T31" fmla="*/ 238125 h 294"/>
                <a:gd name="T32" fmla="*/ 533400 w 361"/>
                <a:gd name="T33" fmla="*/ 42863 h 294"/>
                <a:gd name="T34" fmla="*/ 276225 w 361"/>
                <a:gd name="T35" fmla="*/ 42863 h 294"/>
                <a:gd name="T36" fmla="*/ 0 w 361"/>
                <a:gd name="T37" fmla="*/ 0 h 294"/>
                <a:gd name="T38" fmla="*/ 573087 w 361"/>
                <a:gd name="T39" fmla="*/ 0 h 294"/>
                <a:gd name="T40" fmla="*/ 573087 w 361"/>
                <a:gd name="T41" fmla="*/ 239713 h 294"/>
                <a:gd name="T42" fmla="*/ 569912 w 361"/>
                <a:gd name="T43" fmla="*/ 292100 h 294"/>
                <a:gd name="T44" fmla="*/ 558800 w 361"/>
                <a:gd name="T45" fmla="*/ 336550 h 294"/>
                <a:gd name="T46" fmla="*/ 539750 w 361"/>
                <a:gd name="T47" fmla="*/ 373063 h 294"/>
                <a:gd name="T48" fmla="*/ 515937 w 361"/>
                <a:gd name="T49" fmla="*/ 404813 h 294"/>
                <a:gd name="T50" fmla="*/ 485775 w 361"/>
                <a:gd name="T51" fmla="*/ 427038 h 294"/>
                <a:gd name="T52" fmla="*/ 450850 w 361"/>
                <a:gd name="T53" fmla="*/ 441325 h 294"/>
                <a:gd name="T54" fmla="*/ 411162 w 361"/>
                <a:gd name="T55" fmla="*/ 446088 h 294"/>
                <a:gd name="T56" fmla="*/ 409575 w 361"/>
                <a:gd name="T57" fmla="*/ 446088 h 294"/>
                <a:gd name="T58" fmla="*/ 369887 w 361"/>
                <a:gd name="T59" fmla="*/ 441325 h 294"/>
                <a:gd name="T60" fmla="*/ 336550 w 361"/>
                <a:gd name="T61" fmla="*/ 430213 h 294"/>
                <a:gd name="T62" fmla="*/ 309562 w 361"/>
                <a:gd name="T63" fmla="*/ 411163 h 294"/>
                <a:gd name="T64" fmla="*/ 284162 w 361"/>
                <a:gd name="T65" fmla="*/ 385763 h 294"/>
                <a:gd name="T66" fmla="*/ 265112 w 361"/>
                <a:gd name="T67" fmla="*/ 354013 h 294"/>
                <a:gd name="T68" fmla="*/ 254000 w 361"/>
                <a:gd name="T69" fmla="*/ 317500 h 294"/>
                <a:gd name="T70" fmla="*/ 244475 w 361"/>
                <a:gd name="T71" fmla="*/ 277813 h 294"/>
                <a:gd name="T72" fmla="*/ 0 w 361"/>
                <a:gd name="T73" fmla="*/ 466725 h 294"/>
                <a:gd name="T74" fmla="*/ 0 w 361"/>
                <a:gd name="T75" fmla="*/ 412750 h 294"/>
                <a:gd name="T76" fmla="*/ 236537 w 361"/>
                <a:gd name="T77" fmla="*/ 230188 h 294"/>
                <a:gd name="T78" fmla="*/ 236537 w 361"/>
                <a:gd name="T79" fmla="*/ 42863 h 294"/>
                <a:gd name="T80" fmla="*/ 0 w 361"/>
                <a:gd name="T81" fmla="*/ 42863 h 294"/>
                <a:gd name="T82" fmla="*/ 0 w 361"/>
                <a:gd name="T83" fmla="*/ 0 h 29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61" h="294">
                  <a:moveTo>
                    <a:pt x="174" y="27"/>
                  </a:moveTo>
                  <a:lnTo>
                    <a:pt x="174" y="149"/>
                  </a:lnTo>
                  <a:lnTo>
                    <a:pt x="175" y="174"/>
                  </a:lnTo>
                  <a:lnTo>
                    <a:pt x="182" y="196"/>
                  </a:lnTo>
                  <a:lnTo>
                    <a:pt x="190" y="216"/>
                  </a:lnTo>
                  <a:lnTo>
                    <a:pt x="203" y="231"/>
                  </a:lnTo>
                  <a:lnTo>
                    <a:pt x="217" y="244"/>
                  </a:lnTo>
                  <a:lnTo>
                    <a:pt x="236" y="251"/>
                  </a:lnTo>
                  <a:lnTo>
                    <a:pt x="257" y="254"/>
                  </a:lnTo>
                  <a:lnTo>
                    <a:pt x="258" y="254"/>
                  </a:lnTo>
                  <a:lnTo>
                    <a:pt x="280" y="251"/>
                  </a:lnTo>
                  <a:lnTo>
                    <a:pt x="300" y="242"/>
                  </a:lnTo>
                  <a:lnTo>
                    <a:pt x="315" y="227"/>
                  </a:lnTo>
                  <a:lnTo>
                    <a:pt x="327" y="206"/>
                  </a:lnTo>
                  <a:lnTo>
                    <a:pt x="334" y="180"/>
                  </a:lnTo>
                  <a:lnTo>
                    <a:pt x="336" y="150"/>
                  </a:lnTo>
                  <a:lnTo>
                    <a:pt x="336" y="27"/>
                  </a:lnTo>
                  <a:lnTo>
                    <a:pt x="174" y="27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51"/>
                  </a:lnTo>
                  <a:lnTo>
                    <a:pt x="359" y="184"/>
                  </a:lnTo>
                  <a:lnTo>
                    <a:pt x="352" y="212"/>
                  </a:lnTo>
                  <a:lnTo>
                    <a:pt x="340" y="235"/>
                  </a:lnTo>
                  <a:lnTo>
                    <a:pt x="325" y="255"/>
                  </a:lnTo>
                  <a:lnTo>
                    <a:pt x="306" y="269"/>
                  </a:lnTo>
                  <a:lnTo>
                    <a:pt x="284" y="278"/>
                  </a:lnTo>
                  <a:lnTo>
                    <a:pt x="259" y="281"/>
                  </a:lnTo>
                  <a:lnTo>
                    <a:pt x="258" y="281"/>
                  </a:lnTo>
                  <a:lnTo>
                    <a:pt x="233" y="278"/>
                  </a:lnTo>
                  <a:lnTo>
                    <a:pt x="212" y="271"/>
                  </a:lnTo>
                  <a:lnTo>
                    <a:pt x="195" y="259"/>
                  </a:lnTo>
                  <a:lnTo>
                    <a:pt x="179" y="243"/>
                  </a:lnTo>
                  <a:lnTo>
                    <a:pt x="167" y="223"/>
                  </a:lnTo>
                  <a:lnTo>
                    <a:pt x="160" y="200"/>
                  </a:lnTo>
                  <a:lnTo>
                    <a:pt x="154" y="175"/>
                  </a:lnTo>
                  <a:lnTo>
                    <a:pt x="0" y="294"/>
                  </a:lnTo>
                  <a:lnTo>
                    <a:pt x="0" y="260"/>
                  </a:lnTo>
                  <a:lnTo>
                    <a:pt x="149" y="145"/>
                  </a:lnTo>
                  <a:lnTo>
                    <a:pt x="149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5"/>
            <p:cNvSpPr>
              <a:spLocks noEditPoints="1"/>
            </p:cNvSpPr>
            <p:nvPr/>
          </p:nvSpPr>
          <p:spPr bwMode="blackWhite">
            <a:xfrm>
              <a:off x="1403350" y="4116388"/>
              <a:ext cx="573087" cy="496888"/>
            </a:xfrm>
            <a:custGeom>
              <a:avLst/>
              <a:gdLst>
                <a:gd name="T0" fmla="*/ 39687 w 361"/>
                <a:gd name="T1" fmla="*/ 44450 h 313"/>
                <a:gd name="T2" fmla="*/ 39687 w 361"/>
                <a:gd name="T3" fmla="*/ 192088 h 313"/>
                <a:gd name="T4" fmla="*/ 42862 w 361"/>
                <a:gd name="T5" fmla="*/ 250825 h 313"/>
                <a:gd name="T6" fmla="*/ 57150 w 361"/>
                <a:gd name="T7" fmla="*/ 300038 h 313"/>
                <a:gd name="T8" fmla="*/ 80962 w 361"/>
                <a:gd name="T9" fmla="*/ 346075 h 313"/>
                <a:gd name="T10" fmla="*/ 109537 w 361"/>
                <a:gd name="T11" fmla="*/ 382588 h 313"/>
                <a:gd name="T12" fmla="*/ 147637 w 361"/>
                <a:gd name="T13" fmla="*/ 412750 h 313"/>
                <a:gd name="T14" fmla="*/ 188912 w 361"/>
                <a:gd name="T15" fmla="*/ 434975 h 313"/>
                <a:gd name="T16" fmla="*/ 234950 w 361"/>
                <a:gd name="T17" fmla="*/ 447675 h 313"/>
                <a:gd name="T18" fmla="*/ 284162 w 361"/>
                <a:gd name="T19" fmla="*/ 454025 h 313"/>
                <a:gd name="T20" fmla="*/ 287337 w 361"/>
                <a:gd name="T21" fmla="*/ 454025 h 313"/>
                <a:gd name="T22" fmla="*/ 336550 w 361"/>
                <a:gd name="T23" fmla="*/ 447675 h 313"/>
                <a:gd name="T24" fmla="*/ 382587 w 361"/>
                <a:gd name="T25" fmla="*/ 434975 h 313"/>
                <a:gd name="T26" fmla="*/ 425450 w 361"/>
                <a:gd name="T27" fmla="*/ 412750 h 313"/>
                <a:gd name="T28" fmla="*/ 461962 w 361"/>
                <a:gd name="T29" fmla="*/ 382588 h 313"/>
                <a:gd name="T30" fmla="*/ 492125 w 361"/>
                <a:gd name="T31" fmla="*/ 346075 h 313"/>
                <a:gd name="T32" fmla="*/ 515937 w 361"/>
                <a:gd name="T33" fmla="*/ 300038 h 313"/>
                <a:gd name="T34" fmla="*/ 530225 w 361"/>
                <a:gd name="T35" fmla="*/ 250825 h 313"/>
                <a:gd name="T36" fmla="*/ 533400 w 361"/>
                <a:gd name="T37" fmla="*/ 192088 h 313"/>
                <a:gd name="T38" fmla="*/ 533400 w 361"/>
                <a:gd name="T39" fmla="*/ 44450 h 313"/>
                <a:gd name="T40" fmla="*/ 39687 w 361"/>
                <a:gd name="T41" fmla="*/ 44450 h 313"/>
                <a:gd name="T42" fmla="*/ 0 w 361"/>
                <a:gd name="T43" fmla="*/ 0 h 313"/>
                <a:gd name="T44" fmla="*/ 573087 w 361"/>
                <a:gd name="T45" fmla="*/ 0 h 313"/>
                <a:gd name="T46" fmla="*/ 573087 w 361"/>
                <a:gd name="T47" fmla="*/ 192088 h 313"/>
                <a:gd name="T48" fmla="*/ 569912 w 361"/>
                <a:gd name="T49" fmla="*/ 250825 h 313"/>
                <a:gd name="T50" fmla="*/ 557212 w 361"/>
                <a:gd name="T51" fmla="*/ 304800 h 313"/>
                <a:gd name="T52" fmla="*/ 536575 w 361"/>
                <a:gd name="T53" fmla="*/ 352425 h 313"/>
                <a:gd name="T54" fmla="*/ 509587 w 361"/>
                <a:gd name="T55" fmla="*/ 393700 h 313"/>
                <a:gd name="T56" fmla="*/ 473075 w 361"/>
                <a:gd name="T57" fmla="*/ 428625 h 313"/>
                <a:gd name="T58" fmla="*/ 434975 w 361"/>
                <a:gd name="T59" fmla="*/ 457200 h 313"/>
                <a:gd name="T60" fmla="*/ 390525 w 361"/>
                <a:gd name="T61" fmla="*/ 479425 h 313"/>
                <a:gd name="T62" fmla="*/ 341312 w 361"/>
                <a:gd name="T63" fmla="*/ 493713 h 313"/>
                <a:gd name="T64" fmla="*/ 288925 w 361"/>
                <a:gd name="T65" fmla="*/ 496888 h 313"/>
                <a:gd name="T66" fmla="*/ 287337 w 361"/>
                <a:gd name="T67" fmla="*/ 496888 h 313"/>
                <a:gd name="T68" fmla="*/ 234950 w 361"/>
                <a:gd name="T69" fmla="*/ 493713 h 313"/>
                <a:gd name="T70" fmla="*/ 184150 w 361"/>
                <a:gd name="T71" fmla="*/ 479425 h 313"/>
                <a:gd name="T72" fmla="*/ 141287 w 361"/>
                <a:gd name="T73" fmla="*/ 457200 h 313"/>
                <a:gd name="T74" fmla="*/ 101600 w 361"/>
                <a:gd name="T75" fmla="*/ 428625 h 313"/>
                <a:gd name="T76" fmla="*/ 66675 w 361"/>
                <a:gd name="T77" fmla="*/ 393700 h 313"/>
                <a:gd name="T78" fmla="*/ 39687 w 361"/>
                <a:gd name="T79" fmla="*/ 352425 h 313"/>
                <a:gd name="T80" fmla="*/ 19050 w 361"/>
                <a:gd name="T81" fmla="*/ 304800 h 313"/>
                <a:gd name="T82" fmla="*/ 3175 w 361"/>
                <a:gd name="T83" fmla="*/ 250825 h 313"/>
                <a:gd name="T84" fmla="*/ 0 w 361"/>
                <a:gd name="T85" fmla="*/ 192088 h 313"/>
                <a:gd name="T86" fmla="*/ 0 w 361"/>
                <a:gd name="T87" fmla="*/ 0 h 31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1" h="313">
                  <a:moveTo>
                    <a:pt x="25" y="28"/>
                  </a:moveTo>
                  <a:lnTo>
                    <a:pt x="25" y="121"/>
                  </a:lnTo>
                  <a:lnTo>
                    <a:pt x="27" y="158"/>
                  </a:lnTo>
                  <a:lnTo>
                    <a:pt x="36" y="189"/>
                  </a:lnTo>
                  <a:lnTo>
                    <a:pt x="51" y="218"/>
                  </a:lnTo>
                  <a:lnTo>
                    <a:pt x="69" y="241"/>
                  </a:lnTo>
                  <a:lnTo>
                    <a:pt x="93" y="260"/>
                  </a:lnTo>
                  <a:lnTo>
                    <a:pt x="119" y="274"/>
                  </a:lnTo>
                  <a:lnTo>
                    <a:pt x="148" y="282"/>
                  </a:lnTo>
                  <a:lnTo>
                    <a:pt x="179" y="286"/>
                  </a:lnTo>
                  <a:lnTo>
                    <a:pt x="181" y="286"/>
                  </a:lnTo>
                  <a:lnTo>
                    <a:pt x="212" y="282"/>
                  </a:lnTo>
                  <a:lnTo>
                    <a:pt x="241" y="274"/>
                  </a:lnTo>
                  <a:lnTo>
                    <a:pt x="268" y="260"/>
                  </a:lnTo>
                  <a:lnTo>
                    <a:pt x="291" y="241"/>
                  </a:lnTo>
                  <a:lnTo>
                    <a:pt x="310" y="218"/>
                  </a:lnTo>
                  <a:lnTo>
                    <a:pt x="325" y="189"/>
                  </a:lnTo>
                  <a:lnTo>
                    <a:pt x="334" y="158"/>
                  </a:lnTo>
                  <a:lnTo>
                    <a:pt x="336" y="121"/>
                  </a:lnTo>
                  <a:lnTo>
                    <a:pt x="336" y="28"/>
                  </a:lnTo>
                  <a:lnTo>
                    <a:pt x="25" y="28"/>
                  </a:lnTo>
                  <a:close/>
                  <a:moveTo>
                    <a:pt x="0" y="0"/>
                  </a:moveTo>
                  <a:lnTo>
                    <a:pt x="361" y="0"/>
                  </a:lnTo>
                  <a:lnTo>
                    <a:pt x="361" y="121"/>
                  </a:lnTo>
                  <a:lnTo>
                    <a:pt x="359" y="158"/>
                  </a:lnTo>
                  <a:lnTo>
                    <a:pt x="351" y="192"/>
                  </a:lnTo>
                  <a:lnTo>
                    <a:pt x="338" y="222"/>
                  </a:lnTo>
                  <a:lnTo>
                    <a:pt x="321" y="248"/>
                  </a:lnTo>
                  <a:lnTo>
                    <a:pt x="298" y="270"/>
                  </a:lnTo>
                  <a:lnTo>
                    <a:pt x="274" y="288"/>
                  </a:lnTo>
                  <a:lnTo>
                    <a:pt x="246" y="302"/>
                  </a:lnTo>
                  <a:lnTo>
                    <a:pt x="215" y="311"/>
                  </a:lnTo>
                  <a:lnTo>
                    <a:pt x="182" y="313"/>
                  </a:lnTo>
                  <a:lnTo>
                    <a:pt x="181" y="313"/>
                  </a:lnTo>
                  <a:lnTo>
                    <a:pt x="148" y="311"/>
                  </a:lnTo>
                  <a:lnTo>
                    <a:pt x="116" y="302"/>
                  </a:lnTo>
                  <a:lnTo>
                    <a:pt x="89" y="288"/>
                  </a:lnTo>
                  <a:lnTo>
                    <a:pt x="64" y="270"/>
                  </a:lnTo>
                  <a:lnTo>
                    <a:pt x="42" y="248"/>
                  </a:lnTo>
                  <a:lnTo>
                    <a:pt x="25" y="222"/>
                  </a:lnTo>
                  <a:lnTo>
                    <a:pt x="12" y="192"/>
                  </a:lnTo>
                  <a:lnTo>
                    <a:pt x="2" y="158"/>
                  </a:lnTo>
                  <a:lnTo>
                    <a:pt x="0" y="1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6"/>
            <p:cNvSpPr>
              <a:spLocks/>
            </p:cNvSpPr>
            <p:nvPr/>
          </p:nvSpPr>
          <p:spPr bwMode="blackWhite">
            <a:xfrm>
              <a:off x="1403350" y="4748213"/>
              <a:ext cx="573087" cy="454025"/>
            </a:xfrm>
            <a:custGeom>
              <a:avLst/>
              <a:gdLst>
                <a:gd name="T0" fmla="*/ 0 w 361"/>
                <a:gd name="T1" fmla="*/ 0 h 286"/>
                <a:gd name="T2" fmla="*/ 573087 w 361"/>
                <a:gd name="T3" fmla="*/ 0 h 286"/>
                <a:gd name="T4" fmla="*/ 573087 w 361"/>
                <a:gd name="T5" fmla="*/ 44450 h 286"/>
                <a:gd name="T6" fmla="*/ 307975 w 361"/>
                <a:gd name="T7" fmla="*/ 44450 h 286"/>
                <a:gd name="T8" fmla="*/ 307975 w 361"/>
                <a:gd name="T9" fmla="*/ 409575 h 286"/>
                <a:gd name="T10" fmla="*/ 573087 w 361"/>
                <a:gd name="T11" fmla="*/ 409575 h 286"/>
                <a:gd name="T12" fmla="*/ 573087 w 361"/>
                <a:gd name="T13" fmla="*/ 454025 h 286"/>
                <a:gd name="T14" fmla="*/ 0 w 361"/>
                <a:gd name="T15" fmla="*/ 454025 h 286"/>
                <a:gd name="T16" fmla="*/ 0 w 361"/>
                <a:gd name="T17" fmla="*/ 409575 h 286"/>
                <a:gd name="T18" fmla="*/ 268287 w 361"/>
                <a:gd name="T19" fmla="*/ 409575 h 286"/>
                <a:gd name="T20" fmla="*/ 268287 w 361"/>
                <a:gd name="T21" fmla="*/ 44450 h 286"/>
                <a:gd name="T22" fmla="*/ 0 w 361"/>
                <a:gd name="T23" fmla="*/ 44450 h 286"/>
                <a:gd name="T24" fmla="*/ 0 w 361"/>
                <a:gd name="T25" fmla="*/ 0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1" h="286">
                  <a:moveTo>
                    <a:pt x="0" y="0"/>
                  </a:moveTo>
                  <a:lnTo>
                    <a:pt x="361" y="0"/>
                  </a:lnTo>
                  <a:lnTo>
                    <a:pt x="361" y="28"/>
                  </a:lnTo>
                  <a:lnTo>
                    <a:pt x="194" y="28"/>
                  </a:lnTo>
                  <a:lnTo>
                    <a:pt x="194" y="258"/>
                  </a:lnTo>
                  <a:lnTo>
                    <a:pt x="361" y="258"/>
                  </a:lnTo>
                  <a:lnTo>
                    <a:pt x="361" y="286"/>
                  </a:lnTo>
                  <a:lnTo>
                    <a:pt x="0" y="286"/>
                  </a:lnTo>
                  <a:lnTo>
                    <a:pt x="0" y="258"/>
                  </a:lnTo>
                  <a:lnTo>
                    <a:pt x="169" y="258"/>
                  </a:lnTo>
                  <a:lnTo>
                    <a:pt x="169" y="28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7"/>
            <p:cNvSpPr>
              <a:spLocks noEditPoints="1"/>
            </p:cNvSpPr>
            <p:nvPr/>
          </p:nvSpPr>
          <p:spPr bwMode="blackWhite">
            <a:xfrm>
              <a:off x="1403350" y="5314950"/>
              <a:ext cx="577850" cy="574675"/>
            </a:xfrm>
            <a:custGeom>
              <a:avLst/>
              <a:gdLst>
                <a:gd name="T0" fmla="*/ 200025 w 364"/>
                <a:gd name="T1" fmla="*/ 134938 h 362"/>
                <a:gd name="T2" fmla="*/ 200025 w 364"/>
                <a:gd name="T3" fmla="*/ 438150 h 362"/>
                <a:gd name="T4" fmla="*/ 531813 w 364"/>
                <a:gd name="T5" fmla="*/ 285750 h 362"/>
                <a:gd name="T6" fmla="*/ 200025 w 364"/>
                <a:gd name="T7" fmla="*/ 134938 h 362"/>
                <a:gd name="T8" fmla="*/ 0 w 364"/>
                <a:gd name="T9" fmla="*/ 0 h 362"/>
                <a:gd name="T10" fmla="*/ 577850 w 364"/>
                <a:gd name="T11" fmla="*/ 268288 h 362"/>
                <a:gd name="T12" fmla="*/ 577850 w 364"/>
                <a:gd name="T13" fmla="*/ 306388 h 362"/>
                <a:gd name="T14" fmla="*/ 0 w 364"/>
                <a:gd name="T15" fmla="*/ 574675 h 362"/>
                <a:gd name="T16" fmla="*/ 0 w 364"/>
                <a:gd name="T17" fmla="*/ 530225 h 362"/>
                <a:gd name="T18" fmla="*/ 160338 w 364"/>
                <a:gd name="T19" fmla="*/ 454025 h 362"/>
                <a:gd name="T20" fmla="*/ 160338 w 364"/>
                <a:gd name="T21" fmla="*/ 115888 h 362"/>
                <a:gd name="T22" fmla="*/ 0 w 364"/>
                <a:gd name="T23" fmla="*/ 42863 h 362"/>
                <a:gd name="T24" fmla="*/ 0 w 364"/>
                <a:gd name="T25" fmla="*/ 0 h 3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4" h="362">
                  <a:moveTo>
                    <a:pt x="126" y="85"/>
                  </a:moveTo>
                  <a:lnTo>
                    <a:pt x="126" y="276"/>
                  </a:lnTo>
                  <a:lnTo>
                    <a:pt x="335" y="180"/>
                  </a:lnTo>
                  <a:lnTo>
                    <a:pt x="126" y="85"/>
                  </a:lnTo>
                  <a:close/>
                  <a:moveTo>
                    <a:pt x="0" y="0"/>
                  </a:moveTo>
                  <a:lnTo>
                    <a:pt x="364" y="169"/>
                  </a:lnTo>
                  <a:lnTo>
                    <a:pt x="364" y="193"/>
                  </a:lnTo>
                  <a:lnTo>
                    <a:pt x="0" y="362"/>
                  </a:lnTo>
                  <a:lnTo>
                    <a:pt x="0" y="334"/>
                  </a:lnTo>
                  <a:lnTo>
                    <a:pt x="101" y="286"/>
                  </a:lnTo>
                  <a:lnTo>
                    <a:pt x="101" y="73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8"/>
            <p:cNvSpPr>
              <a:spLocks/>
            </p:cNvSpPr>
            <p:nvPr/>
          </p:nvSpPr>
          <p:spPr bwMode="blackWhite">
            <a:xfrm>
              <a:off x="1403350" y="6000750"/>
              <a:ext cx="573087" cy="539750"/>
            </a:xfrm>
            <a:custGeom>
              <a:avLst/>
              <a:gdLst>
                <a:gd name="T0" fmla="*/ 0 w 361"/>
                <a:gd name="T1" fmla="*/ 0 h 340"/>
                <a:gd name="T2" fmla="*/ 573087 w 361"/>
                <a:gd name="T3" fmla="*/ 0 h 340"/>
                <a:gd name="T4" fmla="*/ 573087 w 361"/>
                <a:gd name="T5" fmla="*/ 39688 h 340"/>
                <a:gd name="T6" fmla="*/ 234950 w 361"/>
                <a:gd name="T7" fmla="*/ 269875 h 340"/>
                <a:gd name="T8" fmla="*/ 573087 w 361"/>
                <a:gd name="T9" fmla="*/ 500063 h 340"/>
                <a:gd name="T10" fmla="*/ 573087 w 361"/>
                <a:gd name="T11" fmla="*/ 539750 h 340"/>
                <a:gd name="T12" fmla="*/ 0 w 361"/>
                <a:gd name="T13" fmla="*/ 539750 h 340"/>
                <a:gd name="T14" fmla="*/ 0 w 361"/>
                <a:gd name="T15" fmla="*/ 498475 h 340"/>
                <a:gd name="T16" fmla="*/ 498475 w 361"/>
                <a:gd name="T17" fmla="*/ 498475 h 340"/>
                <a:gd name="T18" fmla="*/ 168275 w 361"/>
                <a:gd name="T19" fmla="*/ 271463 h 340"/>
                <a:gd name="T20" fmla="*/ 168275 w 361"/>
                <a:gd name="T21" fmla="*/ 268288 h 340"/>
                <a:gd name="T22" fmla="*/ 498475 w 361"/>
                <a:gd name="T23" fmla="*/ 41275 h 340"/>
                <a:gd name="T24" fmla="*/ 0 w 361"/>
                <a:gd name="T25" fmla="*/ 41275 h 340"/>
                <a:gd name="T26" fmla="*/ 0 w 361"/>
                <a:gd name="T27" fmla="*/ 0 h 3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" h="340">
                  <a:moveTo>
                    <a:pt x="0" y="0"/>
                  </a:moveTo>
                  <a:lnTo>
                    <a:pt x="361" y="0"/>
                  </a:lnTo>
                  <a:lnTo>
                    <a:pt x="361" y="25"/>
                  </a:lnTo>
                  <a:lnTo>
                    <a:pt x="148" y="170"/>
                  </a:lnTo>
                  <a:lnTo>
                    <a:pt x="361" y="315"/>
                  </a:lnTo>
                  <a:lnTo>
                    <a:pt x="361" y="340"/>
                  </a:lnTo>
                  <a:lnTo>
                    <a:pt x="0" y="340"/>
                  </a:lnTo>
                  <a:lnTo>
                    <a:pt x="0" y="314"/>
                  </a:lnTo>
                  <a:lnTo>
                    <a:pt x="314" y="314"/>
                  </a:lnTo>
                  <a:lnTo>
                    <a:pt x="106" y="171"/>
                  </a:lnTo>
                  <a:lnTo>
                    <a:pt x="106" y="169"/>
                  </a:lnTo>
                  <a:lnTo>
                    <a:pt x="314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5" r:id="rId4"/>
    <p:sldLayoutId id="2147483662" r:id="rId5"/>
    <p:sldLayoutId id="2147483663" r:id="rId6"/>
    <p:sldLayoutId id="2147483664" r:id="rId7"/>
    <p:sldLayoutId id="2147483654" r:id="rId8"/>
    <p:sldLayoutId id="2147483655" r:id="rId9"/>
  </p:sldLayoutIdLst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  <a:cs typeface="Calibri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  <a:cs typeface="Calibri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  <a:cs typeface="Calibri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  <a:cs typeface="Calibri" pitchFamily="34" charset="0"/>
        </a:defRPr>
      </a:lvl5pPr>
      <a:lvl6pPr marL="408179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  <a:cs typeface="Calibri" pitchFamily="34" charset="0"/>
        </a:defRPr>
      </a:lvl6pPr>
      <a:lvl7pPr marL="816357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  <a:cs typeface="Calibri" pitchFamily="34" charset="0"/>
        </a:defRPr>
      </a:lvl7pPr>
      <a:lvl8pPr marL="1224536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  <a:cs typeface="Calibri" pitchFamily="34" charset="0"/>
        </a:defRPr>
      </a:lvl8pPr>
      <a:lvl9pPr marL="1632715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  <a:cs typeface="Calibri" pitchFamily="34" charset="0"/>
        </a:defRPr>
      </a:lvl9pPr>
    </p:titleStyle>
    <p:bodyStyle>
      <a:lvl1pPr marL="306134" indent="-306134" algn="l" rtl="0" eaLnBrk="1" fontAlgn="base" hangingPunct="1">
        <a:spcBef>
          <a:spcPct val="25000"/>
        </a:spcBef>
        <a:spcAft>
          <a:spcPct val="25000"/>
        </a:spcAft>
        <a:buFont typeface="Max Fordham bullet" pitchFamily="2" charset="0"/>
        <a:buChar char="O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663290" indent="-255112" algn="l" rtl="0" eaLnBrk="1" fontAlgn="base" hangingPunct="1">
        <a:spcBef>
          <a:spcPct val="25000"/>
        </a:spcBef>
        <a:spcAft>
          <a:spcPct val="25000"/>
        </a:spcAft>
        <a:buFont typeface="Max Fordham bullet" pitchFamily="2" charset="0"/>
        <a:buChar char="O"/>
        <a:defRPr sz="1800">
          <a:solidFill>
            <a:schemeClr val="tx1"/>
          </a:solidFill>
          <a:latin typeface="+mn-lt"/>
          <a:cs typeface="+mn-cs"/>
        </a:defRPr>
      </a:lvl2pPr>
      <a:lvl3pPr marL="1020446" indent="-204089" algn="l" rtl="0" eaLnBrk="1" fontAlgn="base" hangingPunct="1">
        <a:spcBef>
          <a:spcPct val="25000"/>
        </a:spcBef>
        <a:spcAft>
          <a:spcPct val="25000"/>
        </a:spcAft>
        <a:buFont typeface="Max Fordham bullet" pitchFamily="2" charset="0"/>
        <a:buChar char="O"/>
        <a:defRPr sz="1500">
          <a:solidFill>
            <a:schemeClr val="tx1"/>
          </a:solidFill>
          <a:latin typeface="+mn-lt"/>
          <a:cs typeface="+mn-cs"/>
        </a:defRPr>
      </a:lvl3pPr>
      <a:lvl4pPr marL="1428625" indent="-204089" algn="l" rtl="0" eaLnBrk="1" fontAlgn="base" hangingPunct="1">
        <a:spcBef>
          <a:spcPct val="25000"/>
        </a:spcBef>
        <a:spcAft>
          <a:spcPct val="25000"/>
        </a:spcAft>
        <a:buFont typeface="Max Fordham bullet" pitchFamily="2" charset="0"/>
        <a:buChar char="O"/>
        <a:defRPr sz="1300">
          <a:solidFill>
            <a:schemeClr val="tx1"/>
          </a:solidFill>
          <a:latin typeface="+mn-lt"/>
          <a:cs typeface="+mn-cs"/>
        </a:defRPr>
      </a:lvl4pPr>
      <a:lvl5pPr marL="1836804" indent="-204089" algn="l" rtl="0" eaLnBrk="1" fontAlgn="base" hangingPunct="1">
        <a:spcBef>
          <a:spcPct val="25000"/>
        </a:spcBef>
        <a:spcAft>
          <a:spcPct val="25000"/>
        </a:spcAft>
        <a:buFont typeface="Max Fordham bullet" pitchFamily="2" charset="0"/>
        <a:buChar char="O"/>
        <a:defRPr sz="1300">
          <a:solidFill>
            <a:schemeClr val="tx1"/>
          </a:solidFill>
          <a:latin typeface="+mn-lt"/>
          <a:cs typeface="+mn-cs"/>
        </a:defRPr>
      </a:lvl5pPr>
      <a:lvl6pPr marL="2244982" indent="-204089" algn="l" rtl="0" eaLnBrk="1" fontAlgn="base" hangingPunct="1">
        <a:spcBef>
          <a:spcPct val="25000"/>
        </a:spcBef>
        <a:spcAft>
          <a:spcPct val="25000"/>
        </a:spcAft>
        <a:buFont typeface="Max Fordham bullet" pitchFamily="2" charset="0"/>
        <a:buChar char="O"/>
        <a:defRPr sz="1400">
          <a:solidFill>
            <a:schemeClr val="tx1"/>
          </a:solidFill>
          <a:latin typeface="+mn-lt"/>
          <a:cs typeface="+mn-cs"/>
        </a:defRPr>
      </a:lvl6pPr>
      <a:lvl7pPr marL="2653161" indent="-204089" algn="l" rtl="0" eaLnBrk="1" fontAlgn="base" hangingPunct="1">
        <a:spcBef>
          <a:spcPct val="25000"/>
        </a:spcBef>
        <a:spcAft>
          <a:spcPct val="25000"/>
        </a:spcAft>
        <a:buFont typeface="Max Fordham bullet" pitchFamily="2" charset="0"/>
        <a:buChar char="O"/>
        <a:defRPr sz="1400">
          <a:solidFill>
            <a:schemeClr val="tx1"/>
          </a:solidFill>
          <a:latin typeface="+mn-lt"/>
          <a:cs typeface="+mn-cs"/>
        </a:defRPr>
      </a:lvl7pPr>
      <a:lvl8pPr marL="3061340" indent="-204089" algn="l" rtl="0" eaLnBrk="1" fontAlgn="base" hangingPunct="1">
        <a:spcBef>
          <a:spcPct val="25000"/>
        </a:spcBef>
        <a:spcAft>
          <a:spcPct val="25000"/>
        </a:spcAft>
        <a:buFont typeface="Max Fordham bullet" pitchFamily="2" charset="0"/>
        <a:buChar char="O"/>
        <a:defRPr sz="1400">
          <a:solidFill>
            <a:schemeClr val="tx1"/>
          </a:solidFill>
          <a:latin typeface="+mn-lt"/>
          <a:cs typeface="+mn-cs"/>
        </a:defRPr>
      </a:lvl8pPr>
      <a:lvl9pPr marL="3469518" indent="-204089" algn="l" rtl="0" eaLnBrk="1" fontAlgn="base" hangingPunct="1">
        <a:spcBef>
          <a:spcPct val="25000"/>
        </a:spcBef>
        <a:spcAft>
          <a:spcPct val="25000"/>
        </a:spcAft>
        <a:buFont typeface="Max Fordham bullet" pitchFamily="2" charset="0"/>
        <a:buChar char="O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8163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179" algn="l" defTabSz="8163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357" algn="l" defTabSz="8163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536" algn="l" defTabSz="8163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715" algn="l" defTabSz="8163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893" algn="l" defTabSz="8163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9072" algn="l" defTabSz="8163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250" algn="l" defTabSz="8163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5428" algn="l" defTabSz="8163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1">
            <a:extLst>
              <a:ext uri="{FF2B5EF4-FFF2-40B4-BE49-F238E27FC236}">
                <a16:creationId xmlns:a16="http://schemas.microsoft.com/office/drawing/2014/main" id="{1AA6B4F6-1BFF-888B-0D3D-7FA8BC74C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1" y="1617821"/>
            <a:ext cx="6376987" cy="1092994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C3FC20D7-7A86-9A72-2F40-D9EB80BD9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801" y="396427"/>
            <a:ext cx="5580063" cy="119863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750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06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541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8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0945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060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624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0573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x Fordham (White)2">
      <a:dk1>
        <a:srgbClr val="C1D82F"/>
      </a:dk1>
      <a:lt1>
        <a:srgbClr val="000000"/>
      </a:lt1>
      <a:dk2>
        <a:srgbClr val="FFFFFF"/>
      </a:dk2>
      <a:lt2>
        <a:srgbClr val="000000"/>
      </a:lt2>
      <a:accent1>
        <a:srgbClr val="F6861F"/>
      </a:accent1>
      <a:accent2>
        <a:srgbClr val="C1D82F"/>
      </a:accent2>
      <a:accent3>
        <a:srgbClr val="EE337F"/>
      </a:accent3>
      <a:accent4>
        <a:srgbClr val="7F7F7F"/>
      </a:accent4>
      <a:accent5>
        <a:srgbClr val="F9B678"/>
      </a:accent5>
      <a:accent6>
        <a:srgbClr val="93A61F"/>
      </a:accent6>
      <a:hlink>
        <a:srgbClr val="EE337F"/>
      </a:hlink>
      <a:folHlink>
        <a:srgbClr val="EE337F"/>
      </a:folHlink>
    </a:clrScheme>
    <a:fontScheme name="Office Theme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ax Lime">
        <a:dk1>
          <a:srgbClr val="C1D82F"/>
        </a:dk1>
        <a:lt1>
          <a:srgbClr val="FFFFFF"/>
        </a:lt1>
        <a:dk2>
          <a:srgbClr val="000000"/>
        </a:dk2>
        <a:lt2>
          <a:srgbClr val="FFFFFF"/>
        </a:lt2>
        <a:accent1>
          <a:srgbClr val="C1D82F"/>
        </a:accent1>
        <a:accent2>
          <a:srgbClr val="F6861F"/>
        </a:accent2>
        <a:accent3>
          <a:srgbClr val="EE337F"/>
        </a:accent3>
        <a:accent4>
          <a:srgbClr val="000000"/>
        </a:accent4>
        <a:accent5>
          <a:srgbClr val="3F3F3F"/>
        </a:accent5>
        <a:accent6>
          <a:srgbClr val="595959"/>
        </a:accent6>
        <a:hlink>
          <a:srgbClr val="EE337F"/>
        </a:hlink>
        <a:folHlink>
          <a:srgbClr val="EE337F"/>
        </a:folHlink>
      </a:clrScheme>
    </a:extraClrScheme>
    <a:extraClrScheme>
      <a:clrScheme name="Max Orange">
        <a:dk1>
          <a:srgbClr val="F6861F"/>
        </a:dk1>
        <a:lt1>
          <a:srgbClr val="FFFFFF"/>
        </a:lt1>
        <a:dk2>
          <a:srgbClr val="000000"/>
        </a:dk2>
        <a:lt2>
          <a:srgbClr val="FFFFFF"/>
        </a:lt2>
        <a:accent1>
          <a:srgbClr val="C1D82F"/>
        </a:accent1>
        <a:accent2>
          <a:srgbClr val="F6861F"/>
        </a:accent2>
        <a:accent3>
          <a:srgbClr val="EE337F"/>
        </a:accent3>
        <a:accent4>
          <a:srgbClr val="000000"/>
        </a:accent4>
        <a:accent5>
          <a:srgbClr val="3F3F3F"/>
        </a:accent5>
        <a:accent6>
          <a:srgbClr val="595959"/>
        </a:accent6>
        <a:hlink>
          <a:srgbClr val="EE337F"/>
        </a:hlink>
        <a:folHlink>
          <a:srgbClr val="EE337F"/>
        </a:folHlink>
      </a:clrScheme>
    </a:extraClrScheme>
    <a:extraClrScheme>
      <a:clrScheme name="Max Pink">
        <a:dk1>
          <a:srgbClr val="EE337F"/>
        </a:dk1>
        <a:lt1>
          <a:srgbClr val="FFFFFF"/>
        </a:lt1>
        <a:dk2>
          <a:srgbClr val="000000"/>
        </a:dk2>
        <a:lt2>
          <a:srgbClr val="FFFFFF"/>
        </a:lt2>
        <a:accent1>
          <a:srgbClr val="C1D82F"/>
        </a:accent1>
        <a:accent2>
          <a:srgbClr val="F6861F"/>
        </a:accent2>
        <a:accent3>
          <a:srgbClr val="EE337F"/>
        </a:accent3>
        <a:accent4>
          <a:srgbClr val="000000"/>
        </a:accent4>
        <a:accent5>
          <a:srgbClr val="3F3F3F"/>
        </a:accent5>
        <a:accent6>
          <a:srgbClr val="595959"/>
        </a:accent6>
        <a:hlink>
          <a:srgbClr val="EE337F"/>
        </a:hlink>
        <a:folHlink>
          <a:srgbClr val="EE337F"/>
        </a:folHlink>
      </a:clrScheme>
    </a:extraClrScheme>
    <a:extraClrScheme>
      <a:clrScheme name="Max White">
        <a:dk1>
          <a:srgbClr val="F6861F"/>
        </a:dk1>
        <a:lt1>
          <a:srgbClr val="000000"/>
        </a:lt1>
        <a:dk2>
          <a:srgbClr val="FFFFFF"/>
        </a:dk2>
        <a:lt2>
          <a:srgbClr val="000000"/>
        </a:lt2>
        <a:accent1>
          <a:srgbClr val="C1D82F"/>
        </a:accent1>
        <a:accent2>
          <a:srgbClr val="F6861F"/>
        </a:accent2>
        <a:accent3>
          <a:srgbClr val="FFFFFF"/>
        </a:accent3>
        <a:accent4>
          <a:srgbClr val="000000"/>
        </a:accent4>
        <a:accent5>
          <a:srgbClr val="DDE9AD"/>
        </a:accent5>
        <a:accent6>
          <a:srgbClr val="DF791B"/>
        </a:accent6>
        <a:hlink>
          <a:srgbClr val="EE337F"/>
        </a:hlink>
        <a:folHlink>
          <a:srgbClr val="EE337F"/>
        </a:folHlink>
      </a:clrScheme>
    </a:extraClrScheme>
  </a:extraClrSchemeLst>
  <a:extLst>
    <a:ext uri="{05A4C25C-085E-4340-85A3-A5531E510DB2}">
      <thm15:themeFamily xmlns:thm15="http://schemas.microsoft.com/office/thememl/2012/main" name="Max Fordham Brand Slides 2018" id="{D5192258-1477-4326-A978-483B48083AED}" vid="{7CA16A1A-152D-427E-85B6-5996F7EDDD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Max Fordham Brand Slides 2018</Template>
  <TotalTime>12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Max Fordham bullet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Max Fordham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Gunstone</dc:creator>
  <cp:keywords>Version 1 - 14/12/2018</cp:keywords>
  <cp:lastModifiedBy>John Gunstone</cp:lastModifiedBy>
  <cp:revision>4</cp:revision>
  <dcterms:created xsi:type="dcterms:W3CDTF">2024-05-13T09:08:26Z</dcterms:created>
  <dcterms:modified xsi:type="dcterms:W3CDTF">2024-06-14T09:10:23Z</dcterms:modified>
  <cp:category>https://wiki.maxfordham.com/Main/MFBrandedSlides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Onscreen</vt:lpwstr>
  </property>
  <property fmtid="{D5CDD505-2E9C-101B-9397-08002B2CF9AE}" pid="3" name="Wizkit Template Version">
    <vt:i4>6</vt:i4>
  </property>
</Properties>
</file>