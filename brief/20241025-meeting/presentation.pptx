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embeddedFontLst>
    <p:embeddedFont>
      <p:font charset="0" panose="020F0502020204030204" pitchFamily="34" typeface="Calibri"/>
      <p:regular r:id="rId18"/>
      <p:bold r:id="rId19"/>
      <p:italic r:id="rId20"/>
      <p:boldItalic r:id="rId21"/>
    </p:embeddedFont>
    <p:embeddedFont>
      <p:font charset="0" panose="020B0604020202020204" typeface="Max Fordham bullet"/>
      <p:regular r:id="rId22"/>
    </p:embeddedFont>
  </p:embeddedFontLst>
  <p:defaultTextStyle>
    <a:defPPr>
      <a:defRPr lang="en-AU"/>
    </a:defPPr>
    <a:lvl1pPr algn="l" fontAlgn="base" rtl="0">
      <a:spcBef>
        <a:spcPct val="0"/>
      </a:spcBef>
      <a:spcAft>
        <a:spcPct val="0"/>
      </a:spcAft>
      <a:defRPr kern="1200">
        <a:solidFill>
          <a:schemeClr val="tx1"/>
        </a:solidFill>
        <a:latin charset="0" pitchFamily="34" typeface="Calibri"/>
        <a:ea typeface="+mn-ea"/>
        <a:cs charset="0" pitchFamily="34" typeface="Calibri"/>
      </a:defRPr>
    </a:lvl1pPr>
    <a:lvl2pPr algn="l" fontAlgn="base" marL="408179" rtl="0">
      <a:spcBef>
        <a:spcPct val="0"/>
      </a:spcBef>
      <a:spcAft>
        <a:spcPct val="0"/>
      </a:spcAft>
      <a:defRPr kern="1200">
        <a:solidFill>
          <a:schemeClr val="tx1"/>
        </a:solidFill>
        <a:latin charset="0" pitchFamily="34" typeface="Calibri"/>
        <a:ea typeface="+mn-ea"/>
        <a:cs charset="0" pitchFamily="34" typeface="Calibri"/>
      </a:defRPr>
    </a:lvl2pPr>
    <a:lvl3pPr algn="l" fontAlgn="base" marL="816357" rtl="0">
      <a:spcBef>
        <a:spcPct val="0"/>
      </a:spcBef>
      <a:spcAft>
        <a:spcPct val="0"/>
      </a:spcAft>
      <a:defRPr kern="1200">
        <a:solidFill>
          <a:schemeClr val="tx1"/>
        </a:solidFill>
        <a:latin charset="0" pitchFamily="34" typeface="Calibri"/>
        <a:ea typeface="+mn-ea"/>
        <a:cs charset="0" pitchFamily="34" typeface="Calibri"/>
      </a:defRPr>
    </a:lvl3pPr>
    <a:lvl4pPr algn="l" fontAlgn="base" marL="1224536" rtl="0">
      <a:spcBef>
        <a:spcPct val="0"/>
      </a:spcBef>
      <a:spcAft>
        <a:spcPct val="0"/>
      </a:spcAft>
      <a:defRPr kern="1200">
        <a:solidFill>
          <a:schemeClr val="tx1"/>
        </a:solidFill>
        <a:latin charset="0" pitchFamily="34" typeface="Calibri"/>
        <a:ea typeface="+mn-ea"/>
        <a:cs charset="0" pitchFamily="34" typeface="Calibri"/>
      </a:defRPr>
    </a:lvl4pPr>
    <a:lvl5pPr algn="l" fontAlgn="base" marL="1632715" rtl="0">
      <a:spcBef>
        <a:spcPct val="0"/>
      </a:spcBef>
      <a:spcAft>
        <a:spcPct val="0"/>
      </a:spcAft>
      <a:defRPr kern="1200">
        <a:solidFill>
          <a:schemeClr val="tx1"/>
        </a:solidFill>
        <a:latin charset="0" pitchFamily="34" typeface="Calibri"/>
        <a:ea typeface="+mn-ea"/>
        <a:cs charset="0" pitchFamily="34" typeface="Calibri"/>
      </a:defRPr>
    </a:lvl5pPr>
    <a:lvl6pPr algn="l" defTabSz="816357" eaLnBrk="1" hangingPunct="1" latinLnBrk="0" marL="2040893" rtl="0">
      <a:defRPr kern="1200">
        <a:solidFill>
          <a:schemeClr val="tx1"/>
        </a:solidFill>
        <a:latin charset="0" pitchFamily="34" typeface="Calibri"/>
        <a:ea typeface="+mn-ea"/>
        <a:cs charset="0" pitchFamily="34" typeface="Calibri"/>
      </a:defRPr>
    </a:lvl6pPr>
    <a:lvl7pPr algn="l" defTabSz="816357" eaLnBrk="1" hangingPunct="1" latinLnBrk="0" marL="2449072" rtl="0">
      <a:defRPr kern="1200">
        <a:solidFill>
          <a:schemeClr val="tx1"/>
        </a:solidFill>
        <a:latin charset="0" pitchFamily="34" typeface="Calibri"/>
        <a:ea typeface="+mn-ea"/>
        <a:cs charset="0" pitchFamily="34" typeface="Calibri"/>
      </a:defRPr>
    </a:lvl7pPr>
    <a:lvl8pPr algn="l" defTabSz="816357" eaLnBrk="1" hangingPunct="1" latinLnBrk="0" marL="2857250" rtl="0">
      <a:defRPr kern="1200">
        <a:solidFill>
          <a:schemeClr val="tx1"/>
        </a:solidFill>
        <a:latin charset="0" pitchFamily="34" typeface="Calibri"/>
        <a:ea typeface="+mn-ea"/>
        <a:cs charset="0" pitchFamily="34" typeface="Calibri"/>
      </a:defRPr>
    </a:lvl8pPr>
    <a:lvl9pPr algn="l" defTabSz="816357" eaLnBrk="1" hangingPunct="1" latinLnBrk="0" marL="3265428" rtl="0">
      <a:defRPr kern="1200">
        <a:solidFill>
          <a:schemeClr val="tx1"/>
        </a:solidFill>
        <a:latin charset="0" pitchFamily="34" typeface="Calibri"/>
        <a:ea typeface="+mn-ea"/>
        <a:cs charset="0" pitchFamily="34" typeface="Calibri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orient="horz" pos="507">
          <p15:clr>
            <a:srgbClr val="A4A3A4"/>
          </p15:clr>
        </p15:guide>
        <p15:guide id="3" orient="horz" pos="894">
          <p15:clr>
            <a:srgbClr val="A4A3A4"/>
          </p15:clr>
        </p15:guide>
        <p15:guide id="4" orient="horz" pos="3073">
          <p15:clr>
            <a:srgbClr val="A4A3A4"/>
          </p15:clr>
        </p15:guide>
        <p15:guide id="5" orient="horz" pos="667">
          <p15:clr>
            <a:srgbClr val="A4A3A4"/>
          </p15:clr>
        </p15:guide>
        <p15:guide id="6" pos="2880">
          <p15:clr>
            <a:srgbClr val="A4A3A4"/>
          </p15:clr>
        </p15:guide>
        <p15:guide id="7" pos="272">
          <p15:clr>
            <a:srgbClr val="A4A3A4"/>
          </p15:clr>
        </p15:guide>
        <p15:guide id="8" pos="5345">
          <p15:clr>
            <a:srgbClr val="A4A3A4"/>
          </p15:clr>
        </p15:guide>
        <p15:guide id="9" pos="51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0000"/>
    <a:srgbClr val="C0C0C0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6954"/>
    <p:restoredTop sz="94660"/>
  </p:normalViewPr>
  <p:slideViewPr>
    <p:cSldViewPr showGuides="1" snapToGrid="0">
      <p:cViewPr varScale="1">
        <p:scale>
          <a:sx d="100" n="212"/>
          <a:sy d="100" n="212"/>
        </p:scale>
        <p:origin x="216" y="160"/>
      </p:cViewPr>
      <p:guideLst>
        <p:guide orient="horz" pos="1620"/>
        <p:guide orient="horz" pos="507"/>
        <p:guide orient="horz" pos="894"/>
        <p:guide orient="horz" pos="3073"/>
        <p:guide orient="horz" pos="667"/>
        <p:guide pos="2880"/>
        <p:guide pos="272"/>
        <p:guide pos="5345"/>
        <p:guide pos="51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sorterViewPr>
    <p:cViewPr>
      <p:scale>
        <a:sx d="100" n="66"/>
        <a:sy d="100" n="66"/>
      </p:scale>
      <p:origin x="0" y="0"/>
    </p:cViewPr>
  </p:sorter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9" Type="http://schemas.openxmlformats.org/officeDocument/2006/relationships/font" Target="fonts/font2.fntdata" /><Relationship Id="rId24" Type="http://schemas.openxmlformats.org/officeDocument/2006/relationships/viewProps" Target="viewProps.xml" /><Relationship Id="rId18" Type="http://schemas.openxmlformats.org/officeDocument/2006/relationships/font" Target="fonts/font1.fntdata" /><Relationship Id="rId23" Type="http://schemas.openxmlformats.org/officeDocument/2006/relationships/presProps" Target="presProps.xml" /><Relationship Id="rId22" Type="http://schemas.openxmlformats.org/officeDocument/2006/relationships/font" Target="fonts/font5.fntdata" /><Relationship Id="rId26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17" Type="http://schemas.openxmlformats.org/officeDocument/2006/relationships/handoutMaster" Target="handoutMasters/handoutMaster1.xml" /><Relationship Id="rId21" Type="http://schemas.openxmlformats.org/officeDocument/2006/relationships/font" Target="fonts/font4.fntdata" /><Relationship Id="rId25" Type="http://schemas.openxmlformats.org/officeDocument/2006/relationships/theme" Target="theme/theme1.xml" /><Relationship Id="rId20" Type="http://schemas.openxmlformats.org/officeDocument/2006/relationships/font" Target="fonts/font3.fntdata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31801" y="1617821"/>
            <a:ext cx="6376987" cy="1092994"/>
          </a:xfrm>
          <a:prstGeom prst="rect">
            <a:avLst/>
          </a:prstGeom>
        </p:spPr>
        <p:txBody>
          <a:bodyPr lIns="67501" tIns="33751" rIns="67501" bIns="33751"/>
          <a:lstStyle>
            <a:lvl1pPr marL="0" inden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Max Fordham bullet" pitchFamily="2" charset="0"/>
              <a:buNone/>
              <a:defRPr sz="1800" baseline="0"/>
            </a:lvl1pPr>
          </a:lstStyle>
          <a:p>
            <a:r>
              <a:rPr lang="en-US" dirty="0"/>
              <a:t>Click to Add Subtitle</a:t>
            </a:r>
            <a:br>
              <a:rPr lang="en-US" dirty="0"/>
            </a:br>
            <a:r>
              <a:rPr lang="en-US" dirty="0"/>
              <a:t>Names of Presenters</a:t>
            </a:r>
            <a:br>
              <a:rPr lang="en-US" dirty="0"/>
            </a:br>
            <a:r>
              <a:rPr lang="en-US" dirty="0"/>
              <a:t>Date of Presentation</a:t>
            </a:r>
          </a:p>
          <a:p>
            <a:endParaRPr lang="en-US" dirty="0"/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431801" y="396427"/>
            <a:ext cx="5580063" cy="119863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ADD PRESENTATION TITLE</a:t>
            </a:r>
          </a:p>
        </p:txBody>
      </p:sp>
      <p:sp>
        <p:nvSpPr>
          <p:cNvPr id="19" name="Rectangle 4"/>
          <p:cNvSpPr>
            <a:spLocks noChangeArrowheads="1"/>
          </p:cNvSpPr>
          <p:nvPr userDrawn="1"/>
        </p:nvSpPr>
        <p:spPr bwMode="blackWhite">
          <a:xfrm>
            <a:off x="431801" y="1600200"/>
            <a:ext cx="3419475" cy="40481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81636" tIns="40818" rIns="81636" bIns="40818" anchor="ctr"/>
          <a:lstStyle/>
          <a:p>
            <a:endParaRPr lang="en-US"/>
          </a:p>
        </p:txBody>
      </p:sp>
      <p:sp>
        <p:nvSpPr>
          <p:cNvPr id="24" name="Freeform 6"/>
          <p:cNvSpPr>
            <a:spLocks noEditPoints="1"/>
          </p:cNvSpPr>
          <p:nvPr userDrawn="1"/>
        </p:nvSpPr>
        <p:spPr bwMode="invGray">
          <a:xfrm>
            <a:off x="0" y="-1"/>
            <a:ext cx="5897706" cy="4874336"/>
          </a:xfrm>
          <a:custGeom>
            <a:avLst/>
            <a:gdLst>
              <a:gd name="T0" fmla="*/ 161925 w 5355"/>
              <a:gd name="T1" fmla="*/ 4922838 h 4320"/>
              <a:gd name="T2" fmla="*/ 520700 w 5355"/>
              <a:gd name="T3" fmla="*/ 5278438 h 4320"/>
              <a:gd name="T4" fmla="*/ 915988 w 5355"/>
              <a:gd name="T5" fmla="*/ 5594350 h 4320"/>
              <a:gd name="T6" fmla="*/ 1341438 w 5355"/>
              <a:gd name="T7" fmla="*/ 5862638 h 4320"/>
              <a:gd name="T8" fmla="*/ 1797050 w 5355"/>
              <a:gd name="T9" fmla="*/ 6083300 h 4320"/>
              <a:gd name="T10" fmla="*/ 2279650 w 5355"/>
              <a:gd name="T11" fmla="*/ 6254750 h 4320"/>
              <a:gd name="T12" fmla="*/ 2782888 w 5355"/>
              <a:gd name="T13" fmla="*/ 6370638 h 4320"/>
              <a:gd name="T14" fmla="*/ 3043238 w 5355"/>
              <a:gd name="T15" fmla="*/ 6858000 h 4320"/>
              <a:gd name="T16" fmla="*/ 2519363 w 5355"/>
              <a:gd name="T17" fmla="*/ 6780213 h 4320"/>
              <a:gd name="T18" fmla="*/ 2008188 w 5355"/>
              <a:gd name="T19" fmla="*/ 6643688 h 4320"/>
              <a:gd name="T20" fmla="*/ 1519238 w 5355"/>
              <a:gd name="T21" fmla="*/ 6457950 h 4320"/>
              <a:gd name="T22" fmla="*/ 1049338 w 5355"/>
              <a:gd name="T23" fmla="*/ 6221413 h 4320"/>
              <a:gd name="T24" fmla="*/ 606425 w 5355"/>
              <a:gd name="T25" fmla="*/ 5934075 h 4320"/>
              <a:gd name="T26" fmla="*/ 193675 w 5355"/>
              <a:gd name="T27" fmla="*/ 5599113 h 4320"/>
              <a:gd name="T28" fmla="*/ 0 w 5355"/>
              <a:gd name="T29" fmla="*/ 4732338 h 4320"/>
              <a:gd name="T30" fmla="*/ 8501063 w 5355"/>
              <a:gd name="T31" fmla="*/ 2344738 h 4320"/>
              <a:gd name="T32" fmla="*/ 8423275 w 5355"/>
              <a:gd name="T33" fmla="*/ 2871788 h 4320"/>
              <a:gd name="T34" fmla="*/ 8293100 w 5355"/>
              <a:gd name="T35" fmla="*/ 3384550 h 4320"/>
              <a:gd name="T36" fmla="*/ 8107363 w 5355"/>
              <a:gd name="T37" fmla="*/ 3879850 h 4320"/>
              <a:gd name="T38" fmla="*/ 7872413 w 5355"/>
              <a:gd name="T39" fmla="*/ 4352925 h 4320"/>
              <a:gd name="T40" fmla="*/ 7586663 w 5355"/>
              <a:gd name="T41" fmla="*/ 4795838 h 4320"/>
              <a:gd name="T42" fmla="*/ 7253288 w 5355"/>
              <a:gd name="T43" fmla="*/ 5211763 h 4320"/>
              <a:gd name="T44" fmla="*/ 6873875 w 5355"/>
              <a:gd name="T45" fmla="*/ 5594350 h 4320"/>
              <a:gd name="T46" fmla="*/ 6461125 w 5355"/>
              <a:gd name="T47" fmla="*/ 5929313 h 4320"/>
              <a:gd name="T48" fmla="*/ 6018213 w 5355"/>
              <a:gd name="T49" fmla="*/ 6218238 h 4320"/>
              <a:gd name="T50" fmla="*/ 5546725 w 5355"/>
              <a:gd name="T51" fmla="*/ 6454775 h 4320"/>
              <a:gd name="T52" fmla="*/ 5054600 w 5355"/>
              <a:gd name="T53" fmla="*/ 6643688 h 4320"/>
              <a:gd name="T54" fmla="*/ 4543425 w 5355"/>
              <a:gd name="T55" fmla="*/ 6778625 h 4320"/>
              <a:gd name="T56" fmla="*/ 4019550 w 5355"/>
              <a:gd name="T57" fmla="*/ 6858000 h 4320"/>
              <a:gd name="T58" fmla="*/ 4279900 w 5355"/>
              <a:gd name="T59" fmla="*/ 6370638 h 4320"/>
              <a:gd name="T60" fmla="*/ 4787900 w 5355"/>
              <a:gd name="T61" fmla="*/ 6254750 h 4320"/>
              <a:gd name="T62" fmla="*/ 5275263 w 5355"/>
              <a:gd name="T63" fmla="*/ 6078538 h 4320"/>
              <a:gd name="T64" fmla="*/ 5734050 w 5355"/>
              <a:gd name="T65" fmla="*/ 5854700 h 4320"/>
              <a:gd name="T66" fmla="*/ 6165850 w 5355"/>
              <a:gd name="T67" fmla="*/ 5578475 h 4320"/>
              <a:gd name="T68" fmla="*/ 6562725 w 5355"/>
              <a:gd name="T69" fmla="*/ 5257800 h 4320"/>
              <a:gd name="T70" fmla="*/ 6919913 w 5355"/>
              <a:gd name="T71" fmla="*/ 4897438 h 4320"/>
              <a:gd name="T72" fmla="*/ 7237413 w 5355"/>
              <a:gd name="T73" fmla="*/ 4498975 h 4320"/>
              <a:gd name="T74" fmla="*/ 7508875 w 5355"/>
              <a:gd name="T75" fmla="*/ 4068763 h 4320"/>
              <a:gd name="T76" fmla="*/ 7729538 w 5355"/>
              <a:gd name="T77" fmla="*/ 3606800 h 4320"/>
              <a:gd name="T78" fmla="*/ 7902575 w 5355"/>
              <a:gd name="T79" fmla="*/ 3119438 h 4320"/>
              <a:gd name="T80" fmla="*/ 8016875 w 5355"/>
              <a:gd name="T81" fmla="*/ 2608263 h 4320"/>
              <a:gd name="T82" fmla="*/ 7658100 w 5355"/>
              <a:gd name="T83" fmla="*/ 0 h 4320"/>
              <a:gd name="T84" fmla="*/ 8240713 w 5355"/>
              <a:gd name="T85" fmla="*/ 230188 h 4320"/>
              <a:gd name="T86" fmla="*/ 8380413 w 5355"/>
              <a:gd name="T87" fmla="*/ 698500 h 4320"/>
              <a:gd name="T88" fmla="*/ 8472488 w 5355"/>
              <a:gd name="T89" fmla="*/ 1181100 h 4320"/>
              <a:gd name="T90" fmla="*/ 8050213 w 5355"/>
              <a:gd name="T91" fmla="*/ 1427163 h 4320"/>
              <a:gd name="T92" fmla="*/ 7972425 w 5355"/>
              <a:gd name="T93" fmla="*/ 931863 h 4320"/>
              <a:gd name="T94" fmla="*/ 7840663 w 5355"/>
              <a:gd name="T95" fmla="*/ 454025 h 4320"/>
              <a:gd name="T96" fmla="*/ 7658100 w 5355"/>
              <a:gd name="T97" fmla="*/ 0 h 432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5355" h="4320">
                <a:moveTo>
                  <a:pt x="0" y="2981"/>
                </a:moveTo>
                <a:lnTo>
                  <a:pt x="102" y="3101"/>
                </a:lnTo>
                <a:lnTo>
                  <a:pt x="213" y="3216"/>
                </a:lnTo>
                <a:lnTo>
                  <a:pt x="328" y="3325"/>
                </a:lnTo>
                <a:lnTo>
                  <a:pt x="450" y="3428"/>
                </a:lnTo>
                <a:lnTo>
                  <a:pt x="577" y="3524"/>
                </a:lnTo>
                <a:lnTo>
                  <a:pt x="708" y="3611"/>
                </a:lnTo>
                <a:lnTo>
                  <a:pt x="845" y="3693"/>
                </a:lnTo>
                <a:lnTo>
                  <a:pt x="986" y="3767"/>
                </a:lnTo>
                <a:lnTo>
                  <a:pt x="1132" y="3832"/>
                </a:lnTo>
                <a:lnTo>
                  <a:pt x="1282" y="3891"/>
                </a:lnTo>
                <a:lnTo>
                  <a:pt x="1436" y="3940"/>
                </a:lnTo>
                <a:lnTo>
                  <a:pt x="1593" y="3982"/>
                </a:lnTo>
                <a:lnTo>
                  <a:pt x="1753" y="4013"/>
                </a:lnTo>
                <a:lnTo>
                  <a:pt x="1917" y="4036"/>
                </a:lnTo>
                <a:lnTo>
                  <a:pt x="1917" y="4320"/>
                </a:lnTo>
                <a:lnTo>
                  <a:pt x="1751" y="4300"/>
                </a:lnTo>
                <a:lnTo>
                  <a:pt x="1587" y="4271"/>
                </a:lnTo>
                <a:lnTo>
                  <a:pt x="1424" y="4232"/>
                </a:lnTo>
                <a:lnTo>
                  <a:pt x="1265" y="4185"/>
                </a:lnTo>
                <a:lnTo>
                  <a:pt x="1109" y="4131"/>
                </a:lnTo>
                <a:lnTo>
                  <a:pt x="957" y="4068"/>
                </a:lnTo>
                <a:lnTo>
                  <a:pt x="807" y="3997"/>
                </a:lnTo>
                <a:lnTo>
                  <a:pt x="661" y="3919"/>
                </a:lnTo>
                <a:lnTo>
                  <a:pt x="520" y="3832"/>
                </a:lnTo>
                <a:lnTo>
                  <a:pt x="382" y="3738"/>
                </a:lnTo>
                <a:lnTo>
                  <a:pt x="250" y="3636"/>
                </a:lnTo>
                <a:lnTo>
                  <a:pt x="122" y="3527"/>
                </a:lnTo>
                <a:lnTo>
                  <a:pt x="0" y="3411"/>
                </a:lnTo>
                <a:lnTo>
                  <a:pt x="0" y="2981"/>
                </a:lnTo>
                <a:close/>
                <a:moveTo>
                  <a:pt x="5071" y="1477"/>
                </a:moveTo>
                <a:lnTo>
                  <a:pt x="5355" y="1477"/>
                </a:lnTo>
                <a:lnTo>
                  <a:pt x="5336" y="1645"/>
                </a:lnTo>
                <a:lnTo>
                  <a:pt x="5306" y="1809"/>
                </a:lnTo>
                <a:lnTo>
                  <a:pt x="5269" y="1971"/>
                </a:lnTo>
                <a:lnTo>
                  <a:pt x="5224" y="2132"/>
                </a:lnTo>
                <a:lnTo>
                  <a:pt x="5170" y="2290"/>
                </a:lnTo>
                <a:lnTo>
                  <a:pt x="5107" y="2444"/>
                </a:lnTo>
                <a:lnTo>
                  <a:pt x="5037" y="2594"/>
                </a:lnTo>
                <a:lnTo>
                  <a:pt x="4959" y="2742"/>
                </a:lnTo>
                <a:lnTo>
                  <a:pt x="4873" y="2883"/>
                </a:lnTo>
                <a:lnTo>
                  <a:pt x="4779" y="3021"/>
                </a:lnTo>
                <a:lnTo>
                  <a:pt x="4678" y="3155"/>
                </a:lnTo>
                <a:lnTo>
                  <a:pt x="4569" y="3283"/>
                </a:lnTo>
                <a:lnTo>
                  <a:pt x="4452" y="3407"/>
                </a:lnTo>
                <a:lnTo>
                  <a:pt x="4330" y="3524"/>
                </a:lnTo>
                <a:lnTo>
                  <a:pt x="4204" y="3633"/>
                </a:lnTo>
                <a:lnTo>
                  <a:pt x="4070" y="3735"/>
                </a:lnTo>
                <a:lnTo>
                  <a:pt x="3932" y="3829"/>
                </a:lnTo>
                <a:lnTo>
                  <a:pt x="3791" y="3917"/>
                </a:lnTo>
                <a:lnTo>
                  <a:pt x="3645" y="3995"/>
                </a:lnTo>
                <a:lnTo>
                  <a:pt x="3494" y="4066"/>
                </a:lnTo>
                <a:lnTo>
                  <a:pt x="3341" y="4130"/>
                </a:lnTo>
                <a:lnTo>
                  <a:pt x="3184" y="4185"/>
                </a:lnTo>
                <a:lnTo>
                  <a:pt x="3024" y="4232"/>
                </a:lnTo>
                <a:lnTo>
                  <a:pt x="2862" y="4270"/>
                </a:lnTo>
                <a:lnTo>
                  <a:pt x="2698" y="4300"/>
                </a:lnTo>
                <a:lnTo>
                  <a:pt x="2532" y="4320"/>
                </a:lnTo>
                <a:lnTo>
                  <a:pt x="2532" y="4036"/>
                </a:lnTo>
                <a:lnTo>
                  <a:pt x="2696" y="4013"/>
                </a:lnTo>
                <a:lnTo>
                  <a:pt x="2859" y="3980"/>
                </a:lnTo>
                <a:lnTo>
                  <a:pt x="3016" y="3940"/>
                </a:lnTo>
                <a:lnTo>
                  <a:pt x="3172" y="3889"/>
                </a:lnTo>
                <a:lnTo>
                  <a:pt x="3323" y="3829"/>
                </a:lnTo>
                <a:lnTo>
                  <a:pt x="3469" y="3763"/>
                </a:lnTo>
                <a:lnTo>
                  <a:pt x="3612" y="3688"/>
                </a:lnTo>
                <a:lnTo>
                  <a:pt x="3750" y="3605"/>
                </a:lnTo>
                <a:lnTo>
                  <a:pt x="3884" y="3514"/>
                </a:lnTo>
                <a:lnTo>
                  <a:pt x="4012" y="3416"/>
                </a:lnTo>
                <a:lnTo>
                  <a:pt x="4134" y="3312"/>
                </a:lnTo>
                <a:lnTo>
                  <a:pt x="4249" y="3202"/>
                </a:lnTo>
                <a:lnTo>
                  <a:pt x="4359" y="3085"/>
                </a:lnTo>
                <a:lnTo>
                  <a:pt x="4462" y="2963"/>
                </a:lnTo>
                <a:lnTo>
                  <a:pt x="4559" y="2834"/>
                </a:lnTo>
                <a:lnTo>
                  <a:pt x="4649" y="2701"/>
                </a:lnTo>
                <a:lnTo>
                  <a:pt x="4730" y="2563"/>
                </a:lnTo>
                <a:lnTo>
                  <a:pt x="4805" y="2418"/>
                </a:lnTo>
                <a:lnTo>
                  <a:pt x="4869" y="2272"/>
                </a:lnTo>
                <a:lnTo>
                  <a:pt x="4928" y="2119"/>
                </a:lnTo>
                <a:lnTo>
                  <a:pt x="4978" y="1965"/>
                </a:lnTo>
                <a:lnTo>
                  <a:pt x="5017" y="1806"/>
                </a:lnTo>
                <a:lnTo>
                  <a:pt x="5050" y="1643"/>
                </a:lnTo>
                <a:lnTo>
                  <a:pt x="5071" y="1477"/>
                </a:lnTo>
                <a:close/>
                <a:moveTo>
                  <a:pt x="4824" y="0"/>
                </a:moveTo>
                <a:lnTo>
                  <a:pt x="5136" y="0"/>
                </a:lnTo>
                <a:lnTo>
                  <a:pt x="5191" y="145"/>
                </a:lnTo>
                <a:lnTo>
                  <a:pt x="5238" y="291"/>
                </a:lnTo>
                <a:lnTo>
                  <a:pt x="5279" y="440"/>
                </a:lnTo>
                <a:lnTo>
                  <a:pt x="5311" y="592"/>
                </a:lnTo>
                <a:lnTo>
                  <a:pt x="5337" y="744"/>
                </a:lnTo>
                <a:lnTo>
                  <a:pt x="5355" y="899"/>
                </a:lnTo>
                <a:lnTo>
                  <a:pt x="5071" y="899"/>
                </a:lnTo>
                <a:lnTo>
                  <a:pt x="5050" y="741"/>
                </a:lnTo>
                <a:lnTo>
                  <a:pt x="5022" y="587"/>
                </a:lnTo>
                <a:lnTo>
                  <a:pt x="4985" y="436"/>
                </a:lnTo>
                <a:lnTo>
                  <a:pt x="4939" y="286"/>
                </a:lnTo>
                <a:lnTo>
                  <a:pt x="4886" y="141"/>
                </a:lnTo>
                <a:lnTo>
                  <a:pt x="4824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 lIns="67501" tIns="33751" rIns="67501" bIns="33751"/>
          <a:lstStyle/>
          <a:p>
            <a:endParaRPr lang="en-US"/>
          </a:p>
        </p:txBody>
      </p:sp>
      <p:grpSp>
        <p:nvGrpSpPr>
          <p:cNvPr id="25" name="Group 19"/>
          <p:cNvGrpSpPr>
            <a:grpSpLocks/>
          </p:cNvGrpSpPr>
          <p:nvPr userDrawn="1"/>
        </p:nvGrpSpPr>
        <p:grpSpPr bwMode="auto">
          <a:xfrm>
            <a:off x="8485214" y="249974"/>
            <a:ext cx="286984" cy="3141332"/>
            <a:chOff x="1392238" y="176213"/>
            <a:chExt cx="595312" cy="6364287"/>
          </a:xfrm>
        </p:grpSpPr>
        <p:sp>
          <p:nvSpPr>
            <p:cNvPr id="26" name="Freeform 6"/>
            <p:cNvSpPr>
              <a:spLocks/>
            </p:cNvSpPr>
            <p:nvPr/>
          </p:nvSpPr>
          <p:spPr bwMode="blackWhite">
            <a:xfrm>
              <a:off x="1392238" y="2765425"/>
              <a:ext cx="279400" cy="276225"/>
            </a:xfrm>
            <a:custGeom>
              <a:avLst/>
              <a:gdLst>
                <a:gd name="T0" fmla="*/ 279400 w 176"/>
                <a:gd name="T1" fmla="*/ 0 h 174"/>
                <a:gd name="T2" fmla="*/ 279400 w 176"/>
                <a:gd name="T3" fmla="*/ 41275 h 174"/>
                <a:gd name="T4" fmla="*/ 227013 w 176"/>
                <a:gd name="T5" fmla="*/ 50800 h 174"/>
                <a:gd name="T6" fmla="*/ 177800 w 176"/>
                <a:gd name="T7" fmla="*/ 71438 h 174"/>
                <a:gd name="T8" fmla="*/ 134938 w 176"/>
                <a:gd name="T9" fmla="*/ 98425 h 174"/>
                <a:gd name="T10" fmla="*/ 100013 w 176"/>
                <a:gd name="T11" fmla="*/ 134938 h 174"/>
                <a:gd name="T12" fmla="*/ 71438 w 176"/>
                <a:gd name="T13" fmla="*/ 177800 h 174"/>
                <a:gd name="T14" fmla="*/ 50800 w 176"/>
                <a:gd name="T15" fmla="*/ 225425 h 174"/>
                <a:gd name="T16" fmla="*/ 41275 w 176"/>
                <a:gd name="T17" fmla="*/ 276225 h 174"/>
                <a:gd name="T18" fmla="*/ 0 w 176"/>
                <a:gd name="T19" fmla="*/ 276225 h 174"/>
                <a:gd name="T20" fmla="*/ 11113 w 176"/>
                <a:gd name="T21" fmla="*/ 222250 h 174"/>
                <a:gd name="T22" fmla="*/ 26988 w 176"/>
                <a:gd name="T23" fmla="*/ 173038 h 174"/>
                <a:gd name="T24" fmla="*/ 53975 w 176"/>
                <a:gd name="T25" fmla="*/ 127000 h 174"/>
                <a:gd name="T26" fmla="*/ 87313 w 176"/>
                <a:gd name="T27" fmla="*/ 87313 h 174"/>
                <a:gd name="T28" fmla="*/ 128588 w 176"/>
                <a:gd name="T29" fmla="*/ 53975 h 174"/>
                <a:gd name="T30" fmla="*/ 174625 w 176"/>
                <a:gd name="T31" fmla="*/ 26988 h 174"/>
                <a:gd name="T32" fmla="*/ 225425 w 176"/>
                <a:gd name="T33" fmla="*/ 11113 h 174"/>
                <a:gd name="T34" fmla="*/ 279400 w 176"/>
                <a:gd name="T35" fmla="*/ 0 h 17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76" h="174">
                  <a:moveTo>
                    <a:pt x="176" y="0"/>
                  </a:moveTo>
                  <a:lnTo>
                    <a:pt x="176" y="26"/>
                  </a:lnTo>
                  <a:lnTo>
                    <a:pt x="143" y="32"/>
                  </a:lnTo>
                  <a:lnTo>
                    <a:pt x="112" y="45"/>
                  </a:lnTo>
                  <a:lnTo>
                    <a:pt x="85" y="62"/>
                  </a:lnTo>
                  <a:lnTo>
                    <a:pt x="63" y="85"/>
                  </a:lnTo>
                  <a:lnTo>
                    <a:pt x="45" y="112"/>
                  </a:lnTo>
                  <a:lnTo>
                    <a:pt x="32" y="142"/>
                  </a:lnTo>
                  <a:lnTo>
                    <a:pt x="26" y="174"/>
                  </a:lnTo>
                  <a:lnTo>
                    <a:pt x="0" y="174"/>
                  </a:lnTo>
                  <a:lnTo>
                    <a:pt x="7" y="140"/>
                  </a:lnTo>
                  <a:lnTo>
                    <a:pt x="17" y="109"/>
                  </a:lnTo>
                  <a:lnTo>
                    <a:pt x="34" y="80"/>
                  </a:lnTo>
                  <a:lnTo>
                    <a:pt x="55" y="55"/>
                  </a:lnTo>
                  <a:lnTo>
                    <a:pt x="81" y="34"/>
                  </a:lnTo>
                  <a:lnTo>
                    <a:pt x="110" y="17"/>
                  </a:lnTo>
                  <a:lnTo>
                    <a:pt x="142" y="7"/>
                  </a:lnTo>
                  <a:lnTo>
                    <a:pt x="176" y="0"/>
                  </a:lnTo>
                  <a:close/>
                </a:path>
              </a:pathLst>
            </a:custGeom>
            <a:solidFill>
              <a:schemeClr val="tx1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7"/>
            <p:cNvSpPr>
              <a:spLocks/>
            </p:cNvSpPr>
            <p:nvPr/>
          </p:nvSpPr>
          <p:spPr bwMode="blackWhite">
            <a:xfrm>
              <a:off x="1711325" y="2765425"/>
              <a:ext cx="276225" cy="276225"/>
            </a:xfrm>
            <a:custGeom>
              <a:avLst/>
              <a:gdLst>
                <a:gd name="T0" fmla="*/ 0 w 174"/>
                <a:gd name="T1" fmla="*/ 0 h 174"/>
                <a:gd name="T2" fmla="*/ 53975 w 174"/>
                <a:gd name="T3" fmla="*/ 11113 h 174"/>
                <a:gd name="T4" fmla="*/ 103188 w 174"/>
                <a:gd name="T5" fmla="*/ 26988 h 174"/>
                <a:gd name="T6" fmla="*/ 149225 w 174"/>
                <a:gd name="T7" fmla="*/ 53975 h 174"/>
                <a:gd name="T8" fmla="*/ 188913 w 174"/>
                <a:gd name="T9" fmla="*/ 87313 h 174"/>
                <a:gd name="T10" fmla="*/ 222250 w 174"/>
                <a:gd name="T11" fmla="*/ 127000 h 174"/>
                <a:gd name="T12" fmla="*/ 249238 w 174"/>
                <a:gd name="T13" fmla="*/ 173038 h 174"/>
                <a:gd name="T14" fmla="*/ 268288 w 174"/>
                <a:gd name="T15" fmla="*/ 222250 h 174"/>
                <a:gd name="T16" fmla="*/ 276225 w 174"/>
                <a:gd name="T17" fmla="*/ 276225 h 174"/>
                <a:gd name="T18" fmla="*/ 234950 w 174"/>
                <a:gd name="T19" fmla="*/ 276225 h 174"/>
                <a:gd name="T20" fmla="*/ 225425 w 174"/>
                <a:gd name="T21" fmla="*/ 225425 h 174"/>
                <a:gd name="T22" fmla="*/ 204788 w 174"/>
                <a:gd name="T23" fmla="*/ 177800 h 174"/>
                <a:gd name="T24" fmla="*/ 177800 w 174"/>
                <a:gd name="T25" fmla="*/ 134938 h 174"/>
                <a:gd name="T26" fmla="*/ 141288 w 174"/>
                <a:gd name="T27" fmla="*/ 98425 h 174"/>
                <a:gd name="T28" fmla="*/ 100013 w 174"/>
                <a:gd name="T29" fmla="*/ 71438 h 174"/>
                <a:gd name="T30" fmla="*/ 50800 w 174"/>
                <a:gd name="T31" fmla="*/ 50800 h 174"/>
                <a:gd name="T32" fmla="*/ 0 w 174"/>
                <a:gd name="T33" fmla="*/ 41275 h 174"/>
                <a:gd name="T34" fmla="*/ 0 w 174"/>
                <a:gd name="T35" fmla="*/ 0 h 17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74" h="174">
                  <a:moveTo>
                    <a:pt x="0" y="0"/>
                  </a:moveTo>
                  <a:lnTo>
                    <a:pt x="34" y="7"/>
                  </a:lnTo>
                  <a:lnTo>
                    <a:pt x="65" y="17"/>
                  </a:lnTo>
                  <a:lnTo>
                    <a:pt x="94" y="34"/>
                  </a:lnTo>
                  <a:lnTo>
                    <a:pt x="119" y="55"/>
                  </a:lnTo>
                  <a:lnTo>
                    <a:pt x="140" y="80"/>
                  </a:lnTo>
                  <a:lnTo>
                    <a:pt x="157" y="109"/>
                  </a:lnTo>
                  <a:lnTo>
                    <a:pt x="169" y="140"/>
                  </a:lnTo>
                  <a:lnTo>
                    <a:pt x="174" y="174"/>
                  </a:lnTo>
                  <a:lnTo>
                    <a:pt x="148" y="174"/>
                  </a:lnTo>
                  <a:lnTo>
                    <a:pt x="142" y="142"/>
                  </a:lnTo>
                  <a:lnTo>
                    <a:pt x="129" y="112"/>
                  </a:lnTo>
                  <a:lnTo>
                    <a:pt x="112" y="85"/>
                  </a:lnTo>
                  <a:lnTo>
                    <a:pt x="89" y="62"/>
                  </a:lnTo>
                  <a:lnTo>
                    <a:pt x="63" y="45"/>
                  </a:lnTo>
                  <a:lnTo>
                    <a:pt x="32" y="32"/>
                  </a:lnTo>
                  <a:lnTo>
                    <a:pt x="0" y="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8"/>
            <p:cNvSpPr>
              <a:spLocks/>
            </p:cNvSpPr>
            <p:nvPr/>
          </p:nvSpPr>
          <p:spPr bwMode="blackWhite">
            <a:xfrm>
              <a:off x="1711325" y="3086100"/>
              <a:ext cx="276225" cy="274638"/>
            </a:xfrm>
            <a:custGeom>
              <a:avLst/>
              <a:gdLst>
                <a:gd name="T0" fmla="*/ 234950 w 174"/>
                <a:gd name="T1" fmla="*/ 0 h 173"/>
                <a:gd name="T2" fmla="*/ 276225 w 174"/>
                <a:gd name="T3" fmla="*/ 0 h 173"/>
                <a:gd name="T4" fmla="*/ 268288 w 174"/>
                <a:gd name="T5" fmla="*/ 52388 h 173"/>
                <a:gd name="T6" fmla="*/ 249238 w 174"/>
                <a:gd name="T7" fmla="*/ 103188 h 173"/>
                <a:gd name="T8" fmla="*/ 222250 w 174"/>
                <a:gd name="T9" fmla="*/ 147638 h 173"/>
                <a:gd name="T10" fmla="*/ 188913 w 174"/>
                <a:gd name="T11" fmla="*/ 188913 h 173"/>
                <a:gd name="T12" fmla="*/ 149225 w 174"/>
                <a:gd name="T13" fmla="*/ 222250 h 173"/>
                <a:gd name="T14" fmla="*/ 103188 w 174"/>
                <a:gd name="T15" fmla="*/ 247650 h 173"/>
                <a:gd name="T16" fmla="*/ 53975 w 174"/>
                <a:gd name="T17" fmla="*/ 266700 h 173"/>
                <a:gd name="T18" fmla="*/ 0 w 174"/>
                <a:gd name="T19" fmla="*/ 274638 h 173"/>
                <a:gd name="T20" fmla="*/ 0 w 174"/>
                <a:gd name="T21" fmla="*/ 234950 h 173"/>
                <a:gd name="T22" fmla="*/ 50800 w 174"/>
                <a:gd name="T23" fmla="*/ 223838 h 173"/>
                <a:gd name="T24" fmla="*/ 100013 w 174"/>
                <a:gd name="T25" fmla="*/ 206375 h 173"/>
                <a:gd name="T26" fmla="*/ 141288 w 174"/>
                <a:gd name="T27" fmla="*/ 176213 h 173"/>
                <a:gd name="T28" fmla="*/ 177800 w 174"/>
                <a:gd name="T29" fmla="*/ 141288 h 173"/>
                <a:gd name="T30" fmla="*/ 204788 w 174"/>
                <a:gd name="T31" fmla="*/ 100013 h 173"/>
                <a:gd name="T32" fmla="*/ 225425 w 174"/>
                <a:gd name="T33" fmla="*/ 52388 h 173"/>
                <a:gd name="T34" fmla="*/ 234950 w 174"/>
                <a:gd name="T35" fmla="*/ 0 h 173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74" h="173">
                  <a:moveTo>
                    <a:pt x="148" y="0"/>
                  </a:moveTo>
                  <a:lnTo>
                    <a:pt x="174" y="0"/>
                  </a:lnTo>
                  <a:lnTo>
                    <a:pt x="169" y="33"/>
                  </a:lnTo>
                  <a:lnTo>
                    <a:pt x="157" y="65"/>
                  </a:lnTo>
                  <a:lnTo>
                    <a:pt x="140" y="93"/>
                  </a:lnTo>
                  <a:lnTo>
                    <a:pt x="119" y="119"/>
                  </a:lnTo>
                  <a:lnTo>
                    <a:pt x="94" y="140"/>
                  </a:lnTo>
                  <a:lnTo>
                    <a:pt x="65" y="156"/>
                  </a:lnTo>
                  <a:lnTo>
                    <a:pt x="34" y="168"/>
                  </a:lnTo>
                  <a:lnTo>
                    <a:pt x="0" y="173"/>
                  </a:lnTo>
                  <a:lnTo>
                    <a:pt x="0" y="148"/>
                  </a:lnTo>
                  <a:lnTo>
                    <a:pt x="32" y="141"/>
                  </a:lnTo>
                  <a:lnTo>
                    <a:pt x="63" y="130"/>
                  </a:lnTo>
                  <a:lnTo>
                    <a:pt x="89" y="111"/>
                  </a:lnTo>
                  <a:lnTo>
                    <a:pt x="112" y="89"/>
                  </a:lnTo>
                  <a:lnTo>
                    <a:pt x="129" y="63"/>
                  </a:lnTo>
                  <a:lnTo>
                    <a:pt x="142" y="33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chemeClr val="tx1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9"/>
            <p:cNvSpPr>
              <a:spLocks/>
            </p:cNvSpPr>
            <p:nvPr/>
          </p:nvSpPr>
          <p:spPr bwMode="blackWhite">
            <a:xfrm>
              <a:off x="1392238" y="3086100"/>
              <a:ext cx="279400" cy="274638"/>
            </a:xfrm>
            <a:custGeom>
              <a:avLst/>
              <a:gdLst>
                <a:gd name="T0" fmla="*/ 0 w 176"/>
                <a:gd name="T1" fmla="*/ 0 h 173"/>
                <a:gd name="T2" fmla="*/ 41275 w 176"/>
                <a:gd name="T3" fmla="*/ 0 h 173"/>
                <a:gd name="T4" fmla="*/ 50800 w 176"/>
                <a:gd name="T5" fmla="*/ 52388 h 173"/>
                <a:gd name="T6" fmla="*/ 71438 w 176"/>
                <a:gd name="T7" fmla="*/ 100013 h 173"/>
                <a:gd name="T8" fmla="*/ 100013 w 176"/>
                <a:gd name="T9" fmla="*/ 141288 h 173"/>
                <a:gd name="T10" fmla="*/ 134938 w 176"/>
                <a:gd name="T11" fmla="*/ 176213 h 173"/>
                <a:gd name="T12" fmla="*/ 177800 w 176"/>
                <a:gd name="T13" fmla="*/ 206375 h 173"/>
                <a:gd name="T14" fmla="*/ 227013 w 176"/>
                <a:gd name="T15" fmla="*/ 223838 h 173"/>
                <a:gd name="T16" fmla="*/ 279400 w 176"/>
                <a:gd name="T17" fmla="*/ 234950 h 173"/>
                <a:gd name="T18" fmla="*/ 279400 w 176"/>
                <a:gd name="T19" fmla="*/ 274638 h 173"/>
                <a:gd name="T20" fmla="*/ 225425 w 176"/>
                <a:gd name="T21" fmla="*/ 266700 h 173"/>
                <a:gd name="T22" fmla="*/ 174625 w 176"/>
                <a:gd name="T23" fmla="*/ 247650 h 173"/>
                <a:gd name="T24" fmla="*/ 128588 w 176"/>
                <a:gd name="T25" fmla="*/ 222250 h 173"/>
                <a:gd name="T26" fmla="*/ 87313 w 176"/>
                <a:gd name="T27" fmla="*/ 188913 h 173"/>
                <a:gd name="T28" fmla="*/ 53975 w 176"/>
                <a:gd name="T29" fmla="*/ 147638 h 173"/>
                <a:gd name="T30" fmla="*/ 26988 w 176"/>
                <a:gd name="T31" fmla="*/ 103188 h 173"/>
                <a:gd name="T32" fmla="*/ 11113 w 176"/>
                <a:gd name="T33" fmla="*/ 52388 h 173"/>
                <a:gd name="T34" fmla="*/ 0 w 176"/>
                <a:gd name="T35" fmla="*/ 0 h 173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76" h="173">
                  <a:moveTo>
                    <a:pt x="0" y="0"/>
                  </a:moveTo>
                  <a:lnTo>
                    <a:pt x="26" y="0"/>
                  </a:lnTo>
                  <a:lnTo>
                    <a:pt x="32" y="33"/>
                  </a:lnTo>
                  <a:lnTo>
                    <a:pt x="45" y="63"/>
                  </a:lnTo>
                  <a:lnTo>
                    <a:pt x="63" y="89"/>
                  </a:lnTo>
                  <a:lnTo>
                    <a:pt x="85" y="111"/>
                  </a:lnTo>
                  <a:lnTo>
                    <a:pt x="112" y="130"/>
                  </a:lnTo>
                  <a:lnTo>
                    <a:pt x="143" y="141"/>
                  </a:lnTo>
                  <a:lnTo>
                    <a:pt x="176" y="148"/>
                  </a:lnTo>
                  <a:lnTo>
                    <a:pt x="176" y="173"/>
                  </a:lnTo>
                  <a:lnTo>
                    <a:pt x="142" y="168"/>
                  </a:lnTo>
                  <a:lnTo>
                    <a:pt x="110" y="156"/>
                  </a:lnTo>
                  <a:lnTo>
                    <a:pt x="81" y="140"/>
                  </a:lnTo>
                  <a:lnTo>
                    <a:pt x="55" y="119"/>
                  </a:lnTo>
                  <a:lnTo>
                    <a:pt x="34" y="93"/>
                  </a:lnTo>
                  <a:lnTo>
                    <a:pt x="17" y="65"/>
                  </a:lnTo>
                  <a:lnTo>
                    <a:pt x="7" y="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10"/>
            <p:cNvSpPr>
              <a:spLocks/>
            </p:cNvSpPr>
            <p:nvPr/>
          </p:nvSpPr>
          <p:spPr bwMode="blackWhite">
            <a:xfrm>
              <a:off x="1403350" y="176213"/>
              <a:ext cx="573087" cy="541338"/>
            </a:xfrm>
            <a:custGeom>
              <a:avLst/>
              <a:gdLst>
                <a:gd name="T0" fmla="*/ 0 w 361"/>
                <a:gd name="T1" fmla="*/ 0 h 341"/>
                <a:gd name="T2" fmla="*/ 573087 w 361"/>
                <a:gd name="T3" fmla="*/ 0 h 341"/>
                <a:gd name="T4" fmla="*/ 573087 w 361"/>
                <a:gd name="T5" fmla="*/ 41275 h 341"/>
                <a:gd name="T6" fmla="*/ 234950 w 361"/>
                <a:gd name="T7" fmla="*/ 271463 h 341"/>
                <a:gd name="T8" fmla="*/ 573087 w 361"/>
                <a:gd name="T9" fmla="*/ 503238 h 341"/>
                <a:gd name="T10" fmla="*/ 573087 w 361"/>
                <a:gd name="T11" fmla="*/ 541338 h 341"/>
                <a:gd name="T12" fmla="*/ 0 w 361"/>
                <a:gd name="T13" fmla="*/ 541338 h 341"/>
                <a:gd name="T14" fmla="*/ 0 w 361"/>
                <a:gd name="T15" fmla="*/ 498475 h 341"/>
                <a:gd name="T16" fmla="*/ 498475 w 361"/>
                <a:gd name="T17" fmla="*/ 498475 h 341"/>
                <a:gd name="T18" fmla="*/ 168275 w 361"/>
                <a:gd name="T19" fmla="*/ 271463 h 341"/>
                <a:gd name="T20" fmla="*/ 168275 w 361"/>
                <a:gd name="T21" fmla="*/ 268288 h 341"/>
                <a:gd name="T22" fmla="*/ 498475 w 361"/>
                <a:gd name="T23" fmla="*/ 41275 h 341"/>
                <a:gd name="T24" fmla="*/ 0 w 361"/>
                <a:gd name="T25" fmla="*/ 41275 h 341"/>
                <a:gd name="T26" fmla="*/ 0 w 361"/>
                <a:gd name="T27" fmla="*/ 0 h 34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61" h="341">
                  <a:moveTo>
                    <a:pt x="0" y="0"/>
                  </a:moveTo>
                  <a:lnTo>
                    <a:pt x="361" y="0"/>
                  </a:lnTo>
                  <a:lnTo>
                    <a:pt x="361" y="26"/>
                  </a:lnTo>
                  <a:lnTo>
                    <a:pt x="148" y="171"/>
                  </a:lnTo>
                  <a:lnTo>
                    <a:pt x="361" y="317"/>
                  </a:lnTo>
                  <a:lnTo>
                    <a:pt x="361" y="341"/>
                  </a:lnTo>
                  <a:lnTo>
                    <a:pt x="0" y="341"/>
                  </a:lnTo>
                  <a:lnTo>
                    <a:pt x="0" y="314"/>
                  </a:lnTo>
                  <a:lnTo>
                    <a:pt x="314" y="314"/>
                  </a:lnTo>
                  <a:lnTo>
                    <a:pt x="106" y="171"/>
                  </a:lnTo>
                  <a:lnTo>
                    <a:pt x="106" y="169"/>
                  </a:lnTo>
                  <a:lnTo>
                    <a:pt x="314" y="26"/>
                  </a:lnTo>
                  <a:lnTo>
                    <a:pt x="0" y="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11"/>
            <p:cNvSpPr>
              <a:spLocks noEditPoints="1"/>
            </p:cNvSpPr>
            <p:nvPr/>
          </p:nvSpPr>
          <p:spPr bwMode="blackWhite">
            <a:xfrm>
              <a:off x="1403350" y="825500"/>
              <a:ext cx="577850" cy="576263"/>
            </a:xfrm>
            <a:custGeom>
              <a:avLst/>
              <a:gdLst>
                <a:gd name="T0" fmla="*/ 200025 w 364"/>
                <a:gd name="T1" fmla="*/ 136525 h 363"/>
                <a:gd name="T2" fmla="*/ 200025 w 364"/>
                <a:gd name="T3" fmla="*/ 436563 h 363"/>
                <a:gd name="T4" fmla="*/ 531813 w 364"/>
                <a:gd name="T5" fmla="*/ 287338 h 363"/>
                <a:gd name="T6" fmla="*/ 200025 w 364"/>
                <a:gd name="T7" fmla="*/ 136525 h 363"/>
                <a:gd name="T8" fmla="*/ 0 w 364"/>
                <a:gd name="T9" fmla="*/ 0 h 363"/>
                <a:gd name="T10" fmla="*/ 577850 w 364"/>
                <a:gd name="T11" fmla="*/ 266700 h 363"/>
                <a:gd name="T12" fmla="*/ 577850 w 364"/>
                <a:gd name="T13" fmla="*/ 307975 h 363"/>
                <a:gd name="T14" fmla="*/ 0 w 364"/>
                <a:gd name="T15" fmla="*/ 576263 h 363"/>
                <a:gd name="T16" fmla="*/ 0 w 364"/>
                <a:gd name="T17" fmla="*/ 528638 h 363"/>
                <a:gd name="T18" fmla="*/ 160338 w 364"/>
                <a:gd name="T19" fmla="*/ 455613 h 363"/>
                <a:gd name="T20" fmla="*/ 160338 w 364"/>
                <a:gd name="T21" fmla="*/ 117475 h 363"/>
                <a:gd name="T22" fmla="*/ 0 w 364"/>
                <a:gd name="T23" fmla="*/ 44450 h 363"/>
                <a:gd name="T24" fmla="*/ 0 w 364"/>
                <a:gd name="T25" fmla="*/ 0 h 36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64" h="363">
                  <a:moveTo>
                    <a:pt x="126" y="86"/>
                  </a:moveTo>
                  <a:lnTo>
                    <a:pt x="126" y="275"/>
                  </a:lnTo>
                  <a:lnTo>
                    <a:pt x="335" y="181"/>
                  </a:lnTo>
                  <a:lnTo>
                    <a:pt x="126" y="86"/>
                  </a:lnTo>
                  <a:close/>
                  <a:moveTo>
                    <a:pt x="0" y="0"/>
                  </a:moveTo>
                  <a:lnTo>
                    <a:pt x="364" y="168"/>
                  </a:lnTo>
                  <a:lnTo>
                    <a:pt x="364" y="194"/>
                  </a:lnTo>
                  <a:lnTo>
                    <a:pt x="0" y="363"/>
                  </a:lnTo>
                  <a:lnTo>
                    <a:pt x="0" y="333"/>
                  </a:lnTo>
                  <a:lnTo>
                    <a:pt x="101" y="287"/>
                  </a:lnTo>
                  <a:lnTo>
                    <a:pt x="101" y="74"/>
                  </a:lnTo>
                  <a:lnTo>
                    <a:pt x="0" y="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12"/>
            <p:cNvSpPr>
              <a:spLocks/>
            </p:cNvSpPr>
            <p:nvPr/>
          </p:nvSpPr>
          <p:spPr bwMode="blackWhite">
            <a:xfrm>
              <a:off x="1403350" y="1455738"/>
              <a:ext cx="573087" cy="509588"/>
            </a:xfrm>
            <a:custGeom>
              <a:avLst/>
              <a:gdLst>
                <a:gd name="T0" fmla="*/ 0 w 361"/>
                <a:gd name="T1" fmla="*/ 0 h 321"/>
                <a:gd name="T2" fmla="*/ 292100 w 361"/>
                <a:gd name="T3" fmla="*/ 231775 h 321"/>
                <a:gd name="T4" fmla="*/ 573087 w 361"/>
                <a:gd name="T5" fmla="*/ 9525 h 321"/>
                <a:gd name="T6" fmla="*/ 573087 w 361"/>
                <a:gd name="T7" fmla="*/ 60325 h 321"/>
                <a:gd name="T8" fmla="*/ 322262 w 361"/>
                <a:gd name="T9" fmla="*/ 255588 h 321"/>
                <a:gd name="T10" fmla="*/ 573087 w 361"/>
                <a:gd name="T11" fmla="*/ 450850 h 321"/>
                <a:gd name="T12" fmla="*/ 573087 w 361"/>
                <a:gd name="T13" fmla="*/ 501650 h 321"/>
                <a:gd name="T14" fmla="*/ 292100 w 361"/>
                <a:gd name="T15" fmla="*/ 280988 h 321"/>
                <a:gd name="T16" fmla="*/ 0 w 361"/>
                <a:gd name="T17" fmla="*/ 509588 h 321"/>
                <a:gd name="T18" fmla="*/ 0 w 361"/>
                <a:gd name="T19" fmla="*/ 460375 h 321"/>
                <a:gd name="T20" fmla="*/ 265112 w 361"/>
                <a:gd name="T21" fmla="*/ 254000 h 321"/>
                <a:gd name="T22" fmla="*/ 0 w 361"/>
                <a:gd name="T23" fmla="*/ 50800 h 321"/>
                <a:gd name="T24" fmla="*/ 0 w 361"/>
                <a:gd name="T25" fmla="*/ 0 h 32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61" h="321">
                  <a:moveTo>
                    <a:pt x="0" y="0"/>
                  </a:moveTo>
                  <a:lnTo>
                    <a:pt x="184" y="146"/>
                  </a:lnTo>
                  <a:lnTo>
                    <a:pt x="361" y="6"/>
                  </a:lnTo>
                  <a:lnTo>
                    <a:pt x="361" y="38"/>
                  </a:lnTo>
                  <a:lnTo>
                    <a:pt x="203" y="161"/>
                  </a:lnTo>
                  <a:lnTo>
                    <a:pt x="361" y="284"/>
                  </a:lnTo>
                  <a:lnTo>
                    <a:pt x="361" y="316"/>
                  </a:lnTo>
                  <a:lnTo>
                    <a:pt x="184" y="177"/>
                  </a:lnTo>
                  <a:lnTo>
                    <a:pt x="0" y="321"/>
                  </a:lnTo>
                  <a:lnTo>
                    <a:pt x="0" y="290"/>
                  </a:lnTo>
                  <a:lnTo>
                    <a:pt x="167" y="160"/>
                  </a:lnTo>
                  <a:lnTo>
                    <a:pt x="0" y="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13"/>
            <p:cNvSpPr>
              <a:spLocks/>
            </p:cNvSpPr>
            <p:nvPr/>
          </p:nvSpPr>
          <p:spPr bwMode="blackWhite">
            <a:xfrm>
              <a:off x="1403350" y="2293938"/>
              <a:ext cx="573087" cy="404813"/>
            </a:xfrm>
            <a:custGeom>
              <a:avLst/>
              <a:gdLst>
                <a:gd name="T0" fmla="*/ 0 w 361"/>
                <a:gd name="T1" fmla="*/ 0 h 255"/>
                <a:gd name="T2" fmla="*/ 573087 w 361"/>
                <a:gd name="T3" fmla="*/ 0 h 255"/>
                <a:gd name="T4" fmla="*/ 573087 w 361"/>
                <a:gd name="T5" fmla="*/ 404813 h 255"/>
                <a:gd name="T6" fmla="*/ 533400 w 361"/>
                <a:gd name="T7" fmla="*/ 404813 h 255"/>
                <a:gd name="T8" fmla="*/ 533400 w 361"/>
                <a:gd name="T9" fmla="*/ 42863 h 255"/>
                <a:gd name="T10" fmla="*/ 298450 w 361"/>
                <a:gd name="T11" fmla="*/ 42863 h 255"/>
                <a:gd name="T12" fmla="*/ 298450 w 361"/>
                <a:gd name="T13" fmla="*/ 368300 h 255"/>
                <a:gd name="T14" fmla="*/ 260350 w 361"/>
                <a:gd name="T15" fmla="*/ 368300 h 255"/>
                <a:gd name="T16" fmla="*/ 260350 w 361"/>
                <a:gd name="T17" fmla="*/ 42863 h 255"/>
                <a:gd name="T18" fmla="*/ 0 w 361"/>
                <a:gd name="T19" fmla="*/ 42863 h 255"/>
                <a:gd name="T20" fmla="*/ 0 w 361"/>
                <a:gd name="T21" fmla="*/ 0 h 25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61" h="255">
                  <a:moveTo>
                    <a:pt x="0" y="0"/>
                  </a:moveTo>
                  <a:lnTo>
                    <a:pt x="361" y="0"/>
                  </a:lnTo>
                  <a:lnTo>
                    <a:pt x="361" y="255"/>
                  </a:lnTo>
                  <a:lnTo>
                    <a:pt x="336" y="255"/>
                  </a:lnTo>
                  <a:lnTo>
                    <a:pt x="336" y="27"/>
                  </a:lnTo>
                  <a:lnTo>
                    <a:pt x="188" y="27"/>
                  </a:lnTo>
                  <a:lnTo>
                    <a:pt x="188" y="232"/>
                  </a:lnTo>
                  <a:lnTo>
                    <a:pt x="164" y="232"/>
                  </a:lnTo>
                  <a:lnTo>
                    <a:pt x="164" y="27"/>
                  </a:lnTo>
                  <a:lnTo>
                    <a:pt x="0" y="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14"/>
            <p:cNvSpPr>
              <a:spLocks noEditPoints="1"/>
            </p:cNvSpPr>
            <p:nvPr/>
          </p:nvSpPr>
          <p:spPr bwMode="blackWhite">
            <a:xfrm>
              <a:off x="1403350" y="3494088"/>
              <a:ext cx="573087" cy="466725"/>
            </a:xfrm>
            <a:custGeom>
              <a:avLst/>
              <a:gdLst>
                <a:gd name="T0" fmla="*/ 276225 w 361"/>
                <a:gd name="T1" fmla="*/ 42863 h 294"/>
                <a:gd name="T2" fmla="*/ 276225 w 361"/>
                <a:gd name="T3" fmla="*/ 236538 h 294"/>
                <a:gd name="T4" fmla="*/ 277812 w 361"/>
                <a:gd name="T5" fmla="*/ 276225 h 294"/>
                <a:gd name="T6" fmla="*/ 288925 w 361"/>
                <a:gd name="T7" fmla="*/ 311150 h 294"/>
                <a:gd name="T8" fmla="*/ 301625 w 361"/>
                <a:gd name="T9" fmla="*/ 342900 h 294"/>
                <a:gd name="T10" fmla="*/ 322262 w 361"/>
                <a:gd name="T11" fmla="*/ 366713 h 294"/>
                <a:gd name="T12" fmla="*/ 344487 w 361"/>
                <a:gd name="T13" fmla="*/ 387350 h 294"/>
                <a:gd name="T14" fmla="*/ 374650 w 361"/>
                <a:gd name="T15" fmla="*/ 398463 h 294"/>
                <a:gd name="T16" fmla="*/ 407987 w 361"/>
                <a:gd name="T17" fmla="*/ 403225 h 294"/>
                <a:gd name="T18" fmla="*/ 409575 w 361"/>
                <a:gd name="T19" fmla="*/ 403225 h 294"/>
                <a:gd name="T20" fmla="*/ 444500 w 361"/>
                <a:gd name="T21" fmla="*/ 398463 h 294"/>
                <a:gd name="T22" fmla="*/ 476250 w 361"/>
                <a:gd name="T23" fmla="*/ 384175 h 294"/>
                <a:gd name="T24" fmla="*/ 500062 w 361"/>
                <a:gd name="T25" fmla="*/ 360363 h 294"/>
                <a:gd name="T26" fmla="*/ 519112 w 361"/>
                <a:gd name="T27" fmla="*/ 327025 h 294"/>
                <a:gd name="T28" fmla="*/ 530225 w 361"/>
                <a:gd name="T29" fmla="*/ 285750 h 294"/>
                <a:gd name="T30" fmla="*/ 533400 w 361"/>
                <a:gd name="T31" fmla="*/ 238125 h 294"/>
                <a:gd name="T32" fmla="*/ 533400 w 361"/>
                <a:gd name="T33" fmla="*/ 42863 h 294"/>
                <a:gd name="T34" fmla="*/ 276225 w 361"/>
                <a:gd name="T35" fmla="*/ 42863 h 294"/>
                <a:gd name="T36" fmla="*/ 0 w 361"/>
                <a:gd name="T37" fmla="*/ 0 h 294"/>
                <a:gd name="T38" fmla="*/ 573087 w 361"/>
                <a:gd name="T39" fmla="*/ 0 h 294"/>
                <a:gd name="T40" fmla="*/ 573087 w 361"/>
                <a:gd name="T41" fmla="*/ 239713 h 294"/>
                <a:gd name="T42" fmla="*/ 569912 w 361"/>
                <a:gd name="T43" fmla="*/ 292100 h 294"/>
                <a:gd name="T44" fmla="*/ 558800 w 361"/>
                <a:gd name="T45" fmla="*/ 336550 h 294"/>
                <a:gd name="T46" fmla="*/ 539750 w 361"/>
                <a:gd name="T47" fmla="*/ 373063 h 294"/>
                <a:gd name="T48" fmla="*/ 515937 w 361"/>
                <a:gd name="T49" fmla="*/ 404813 h 294"/>
                <a:gd name="T50" fmla="*/ 485775 w 361"/>
                <a:gd name="T51" fmla="*/ 427038 h 294"/>
                <a:gd name="T52" fmla="*/ 450850 w 361"/>
                <a:gd name="T53" fmla="*/ 441325 h 294"/>
                <a:gd name="T54" fmla="*/ 411162 w 361"/>
                <a:gd name="T55" fmla="*/ 446088 h 294"/>
                <a:gd name="T56" fmla="*/ 409575 w 361"/>
                <a:gd name="T57" fmla="*/ 446088 h 294"/>
                <a:gd name="T58" fmla="*/ 369887 w 361"/>
                <a:gd name="T59" fmla="*/ 441325 h 294"/>
                <a:gd name="T60" fmla="*/ 336550 w 361"/>
                <a:gd name="T61" fmla="*/ 430213 h 294"/>
                <a:gd name="T62" fmla="*/ 309562 w 361"/>
                <a:gd name="T63" fmla="*/ 411163 h 294"/>
                <a:gd name="T64" fmla="*/ 284162 w 361"/>
                <a:gd name="T65" fmla="*/ 385763 h 294"/>
                <a:gd name="T66" fmla="*/ 265112 w 361"/>
                <a:gd name="T67" fmla="*/ 354013 h 294"/>
                <a:gd name="T68" fmla="*/ 254000 w 361"/>
                <a:gd name="T69" fmla="*/ 317500 h 294"/>
                <a:gd name="T70" fmla="*/ 244475 w 361"/>
                <a:gd name="T71" fmla="*/ 277813 h 294"/>
                <a:gd name="T72" fmla="*/ 0 w 361"/>
                <a:gd name="T73" fmla="*/ 466725 h 294"/>
                <a:gd name="T74" fmla="*/ 0 w 361"/>
                <a:gd name="T75" fmla="*/ 412750 h 294"/>
                <a:gd name="T76" fmla="*/ 236537 w 361"/>
                <a:gd name="T77" fmla="*/ 230188 h 294"/>
                <a:gd name="T78" fmla="*/ 236537 w 361"/>
                <a:gd name="T79" fmla="*/ 42863 h 294"/>
                <a:gd name="T80" fmla="*/ 0 w 361"/>
                <a:gd name="T81" fmla="*/ 42863 h 294"/>
                <a:gd name="T82" fmla="*/ 0 w 361"/>
                <a:gd name="T83" fmla="*/ 0 h 294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361" h="294">
                  <a:moveTo>
                    <a:pt x="174" y="27"/>
                  </a:moveTo>
                  <a:lnTo>
                    <a:pt x="174" y="149"/>
                  </a:lnTo>
                  <a:lnTo>
                    <a:pt x="175" y="174"/>
                  </a:lnTo>
                  <a:lnTo>
                    <a:pt x="182" y="196"/>
                  </a:lnTo>
                  <a:lnTo>
                    <a:pt x="190" y="216"/>
                  </a:lnTo>
                  <a:lnTo>
                    <a:pt x="203" y="231"/>
                  </a:lnTo>
                  <a:lnTo>
                    <a:pt x="217" y="244"/>
                  </a:lnTo>
                  <a:lnTo>
                    <a:pt x="236" y="251"/>
                  </a:lnTo>
                  <a:lnTo>
                    <a:pt x="257" y="254"/>
                  </a:lnTo>
                  <a:lnTo>
                    <a:pt x="258" y="254"/>
                  </a:lnTo>
                  <a:lnTo>
                    <a:pt x="280" y="251"/>
                  </a:lnTo>
                  <a:lnTo>
                    <a:pt x="300" y="242"/>
                  </a:lnTo>
                  <a:lnTo>
                    <a:pt x="315" y="227"/>
                  </a:lnTo>
                  <a:lnTo>
                    <a:pt x="327" y="206"/>
                  </a:lnTo>
                  <a:lnTo>
                    <a:pt x="334" y="180"/>
                  </a:lnTo>
                  <a:lnTo>
                    <a:pt x="336" y="150"/>
                  </a:lnTo>
                  <a:lnTo>
                    <a:pt x="336" y="27"/>
                  </a:lnTo>
                  <a:lnTo>
                    <a:pt x="174" y="27"/>
                  </a:lnTo>
                  <a:close/>
                  <a:moveTo>
                    <a:pt x="0" y="0"/>
                  </a:moveTo>
                  <a:lnTo>
                    <a:pt x="361" y="0"/>
                  </a:lnTo>
                  <a:lnTo>
                    <a:pt x="361" y="151"/>
                  </a:lnTo>
                  <a:lnTo>
                    <a:pt x="359" y="184"/>
                  </a:lnTo>
                  <a:lnTo>
                    <a:pt x="352" y="212"/>
                  </a:lnTo>
                  <a:lnTo>
                    <a:pt x="340" y="235"/>
                  </a:lnTo>
                  <a:lnTo>
                    <a:pt x="325" y="255"/>
                  </a:lnTo>
                  <a:lnTo>
                    <a:pt x="306" y="269"/>
                  </a:lnTo>
                  <a:lnTo>
                    <a:pt x="284" y="278"/>
                  </a:lnTo>
                  <a:lnTo>
                    <a:pt x="259" y="281"/>
                  </a:lnTo>
                  <a:lnTo>
                    <a:pt x="258" y="281"/>
                  </a:lnTo>
                  <a:lnTo>
                    <a:pt x="233" y="278"/>
                  </a:lnTo>
                  <a:lnTo>
                    <a:pt x="212" y="271"/>
                  </a:lnTo>
                  <a:lnTo>
                    <a:pt x="195" y="259"/>
                  </a:lnTo>
                  <a:lnTo>
                    <a:pt x="179" y="243"/>
                  </a:lnTo>
                  <a:lnTo>
                    <a:pt x="167" y="223"/>
                  </a:lnTo>
                  <a:lnTo>
                    <a:pt x="160" y="200"/>
                  </a:lnTo>
                  <a:lnTo>
                    <a:pt x="154" y="175"/>
                  </a:lnTo>
                  <a:lnTo>
                    <a:pt x="0" y="294"/>
                  </a:lnTo>
                  <a:lnTo>
                    <a:pt x="0" y="260"/>
                  </a:lnTo>
                  <a:lnTo>
                    <a:pt x="149" y="145"/>
                  </a:lnTo>
                  <a:lnTo>
                    <a:pt x="149" y="27"/>
                  </a:lnTo>
                  <a:lnTo>
                    <a:pt x="0" y="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15"/>
            <p:cNvSpPr>
              <a:spLocks noEditPoints="1"/>
            </p:cNvSpPr>
            <p:nvPr/>
          </p:nvSpPr>
          <p:spPr bwMode="blackWhite">
            <a:xfrm>
              <a:off x="1403350" y="4116388"/>
              <a:ext cx="573087" cy="496888"/>
            </a:xfrm>
            <a:custGeom>
              <a:avLst/>
              <a:gdLst>
                <a:gd name="T0" fmla="*/ 39687 w 361"/>
                <a:gd name="T1" fmla="*/ 44450 h 313"/>
                <a:gd name="T2" fmla="*/ 39687 w 361"/>
                <a:gd name="T3" fmla="*/ 192088 h 313"/>
                <a:gd name="T4" fmla="*/ 42862 w 361"/>
                <a:gd name="T5" fmla="*/ 250825 h 313"/>
                <a:gd name="T6" fmla="*/ 57150 w 361"/>
                <a:gd name="T7" fmla="*/ 300038 h 313"/>
                <a:gd name="T8" fmla="*/ 80962 w 361"/>
                <a:gd name="T9" fmla="*/ 346075 h 313"/>
                <a:gd name="T10" fmla="*/ 109537 w 361"/>
                <a:gd name="T11" fmla="*/ 382588 h 313"/>
                <a:gd name="T12" fmla="*/ 147637 w 361"/>
                <a:gd name="T13" fmla="*/ 412750 h 313"/>
                <a:gd name="T14" fmla="*/ 188912 w 361"/>
                <a:gd name="T15" fmla="*/ 434975 h 313"/>
                <a:gd name="T16" fmla="*/ 234950 w 361"/>
                <a:gd name="T17" fmla="*/ 447675 h 313"/>
                <a:gd name="T18" fmla="*/ 284162 w 361"/>
                <a:gd name="T19" fmla="*/ 454025 h 313"/>
                <a:gd name="T20" fmla="*/ 287337 w 361"/>
                <a:gd name="T21" fmla="*/ 454025 h 313"/>
                <a:gd name="T22" fmla="*/ 336550 w 361"/>
                <a:gd name="T23" fmla="*/ 447675 h 313"/>
                <a:gd name="T24" fmla="*/ 382587 w 361"/>
                <a:gd name="T25" fmla="*/ 434975 h 313"/>
                <a:gd name="T26" fmla="*/ 425450 w 361"/>
                <a:gd name="T27" fmla="*/ 412750 h 313"/>
                <a:gd name="T28" fmla="*/ 461962 w 361"/>
                <a:gd name="T29" fmla="*/ 382588 h 313"/>
                <a:gd name="T30" fmla="*/ 492125 w 361"/>
                <a:gd name="T31" fmla="*/ 346075 h 313"/>
                <a:gd name="T32" fmla="*/ 515937 w 361"/>
                <a:gd name="T33" fmla="*/ 300038 h 313"/>
                <a:gd name="T34" fmla="*/ 530225 w 361"/>
                <a:gd name="T35" fmla="*/ 250825 h 313"/>
                <a:gd name="T36" fmla="*/ 533400 w 361"/>
                <a:gd name="T37" fmla="*/ 192088 h 313"/>
                <a:gd name="T38" fmla="*/ 533400 w 361"/>
                <a:gd name="T39" fmla="*/ 44450 h 313"/>
                <a:gd name="T40" fmla="*/ 39687 w 361"/>
                <a:gd name="T41" fmla="*/ 44450 h 313"/>
                <a:gd name="T42" fmla="*/ 0 w 361"/>
                <a:gd name="T43" fmla="*/ 0 h 313"/>
                <a:gd name="T44" fmla="*/ 573087 w 361"/>
                <a:gd name="T45" fmla="*/ 0 h 313"/>
                <a:gd name="T46" fmla="*/ 573087 w 361"/>
                <a:gd name="T47" fmla="*/ 192088 h 313"/>
                <a:gd name="T48" fmla="*/ 569912 w 361"/>
                <a:gd name="T49" fmla="*/ 250825 h 313"/>
                <a:gd name="T50" fmla="*/ 557212 w 361"/>
                <a:gd name="T51" fmla="*/ 304800 h 313"/>
                <a:gd name="T52" fmla="*/ 536575 w 361"/>
                <a:gd name="T53" fmla="*/ 352425 h 313"/>
                <a:gd name="T54" fmla="*/ 509587 w 361"/>
                <a:gd name="T55" fmla="*/ 393700 h 313"/>
                <a:gd name="T56" fmla="*/ 473075 w 361"/>
                <a:gd name="T57" fmla="*/ 428625 h 313"/>
                <a:gd name="T58" fmla="*/ 434975 w 361"/>
                <a:gd name="T59" fmla="*/ 457200 h 313"/>
                <a:gd name="T60" fmla="*/ 390525 w 361"/>
                <a:gd name="T61" fmla="*/ 479425 h 313"/>
                <a:gd name="T62" fmla="*/ 341312 w 361"/>
                <a:gd name="T63" fmla="*/ 493713 h 313"/>
                <a:gd name="T64" fmla="*/ 288925 w 361"/>
                <a:gd name="T65" fmla="*/ 496888 h 313"/>
                <a:gd name="T66" fmla="*/ 287337 w 361"/>
                <a:gd name="T67" fmla="*/ 496888 h 313"/>
                <a:gd name="T68" fmla="*/ 234950 w 361"/>
                <a:gd name="T69" fmla="*/ 493713 h 313"/>
                <a:gd name="T70" fmla="*/ 184150 w 361"/>
                <a:gd name="T71" fmla="*/ 479425 h 313"/>
                <a:gd name="T72" fmla="*/ 141287 w 361"/>
                <a:gd name="T73" fmla="*/ 457200 h 313"/>
                <a:gd name="T74" fmla="*/ 101600 w 361"/>
                <a:gd name="T75" fmla="*/ 428625 h 313"/>
                <a:gd name="T76" fmla="*/ 66675 w 361"/>
                <a:gd name="T77" fmla="*/ 393700 h 313"/>
                <a:gd name="T78" fmla="*/ 39687 w 361"/>
                <a:gd name="T79" fmla="*/ 352425 h 313"/>
                <a:gd name="T80" fmla="*/ 19050 w 361"/>
                <a:gd name="T81" fmla="*/ 304800 h 313"/>
                <a:gd name="T82" fmla="*/ 3175 w 361"/>
                <a:gd name="T83" fmla="*/ 250825 h 313"/>
                <a:gd name="T84" fmla="*/ 0 w 361"/>
                <a:gd name="T85" fmla="*/ 192088 h 313"/>
                <a:gd name="T86" fmla="*/ 0 w 361"/>
                <a:gd name="T87" fmla="*/ 0 h 313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61" h="313">
                  <a:moveTo>
                    <a:pt x="25" y="28"/>
                  </a:moveTo>
                  <a:lnTo>
                    <a:pt x="25" y="121"/>
                  </a:lnTo>
                  <a:lnTo>
                    <a:pt x="27" y="158"/>
                  </a:lnTo>
                  <a:lnTo>
                    <a:pt x="36" y="189"/>
                  </a:lnTo>
                  <a:lnTo>
                    <a:pt x="51" y="218"/>
                  </a:lnTo>
                  <a:lnTo>
                    <a:pt x="69" y="241"/>
                  </a:lnTo>
                  <a:lnTo>
                    <a:pt x="93" y="260"/>
                  </a:lnTo>
                  <a:lnTo>
                    <a:pt x="119" y="274"/>
                  </a:lnTo>
                  <a:lnTo>
                    <a:pt x="148" y="282"/>
                  </a:lnTo>
                  <a:lnTo>
                    <a:pt x="179" y="286"/>
                  </a:lnTo>
                  <a:lnTo>
                    <a:pt x="181" y="286"/>
                  </a:lnTo>
                  <a:lnTo>
                    <a:pt x="212" y="282"/>
                  </a:lnTo>
                  <a:lnTo>
                    <a:pt x="241" y="274"/>
                  </a:lnTo>
                  <a:lnTo>
                    <a:pt x="268" y="260"/>
                  </a:lnTo>
                  <a:lnTo>
                    <a:pt x="291" y="241"/>
                  </a:lnTo>
                  <a:lnTo>
                    <a:pt x="310" y="218"/>
                  </a:lnTo>
                  <a:lnTo>
                    <a:pt x="325" y="189"/>
                  </a:lnTo>
                  <a:lnTo>
                    <a:pt x="334" y="158"/>
                  </a:lnTo>
                  <a:lnTo>
                    <a:pt x="336" y="121"/>
                  </a:lnTo>
                  <a:lnTo>
                    <a:pt x="336" y="28"/>
                  </a:lnTo>
                  <a:lnTo>
                    <a:pt x="25" y="28"/>
                  </a:lnTo>
                  <a:close/>
                  <a:moveTo>
                    <a:pt x="0" y="0"/>
                  </a:moveTo>
                  <a:lnTo>
                    <a:pt x="361" y="0"/>
                  </a:lnTo>
                  <a:lnTo>
                    <a:pt x="361" y="121"/>
                  </a:lnTo>
                  <a:lnTo>
                    <a:pt x="359" y="158"/>
                  </a:lnTo>
                  <a:lnTo>
                    <a:pt x="351" y="192"/>
                  </a:lnTo>
                  <a:lnTo>
                    <a:pt x="338" y="222"/>
                  </a:lnTo>
                  <a:lnTo>
                    <a:pt x="321" y="248"/>
                  </a:lnTo>
                  <a:lnTo>
                    <a:pt x="298" y="270"/>
                  </a:lnTo>
                  <a:lnTo>
                    <a:pt x="274" y="288"/>
                  </a:lnTo>
                  <a:lnTo>
                    <a:pt x="246" y="302"/>
                  </a:lnTo>
                  <a:lnTo>
                    <a:pt x="215" y="311"/>
                  </a:lnTo>
                  <a:lnTo>
                    <a:pt x="182" y="313"/>
                  </a:lnTo>
                  <a:lnTo>
                    <a:pt x="181" y="313"/>
                  </a:lnTo>
                  <a:lnTo>
                    <a:pt x="148" y="311"/>
                  </a:lnTo>
                  <a:lnTo>
                    <a:pt x="116" y="302"/>
                  </a:lnTo>
                  <a:lnTo>
                    <a:pt x="89" y="288"/>
                  </a:lnTo>
                  <a:lnTo>
                    <a:pt x="64" y="270"/>
                  </a:lnTo>
                  <a:lnTo>
                    <a:pt x="42" y="248"/>
                  </a:lnTo>
                  <a:lnTo>
                    <a:pt x="25" y="222"/>
                  </a:lnTo>
                  <a:lnTo>
                    <a:pt x="12" y="192"/>
                  </a:lnTo>
                  <a:lnTo>
                    <a:pt x="2" y="158"/>
                  </a:lnTo>
                  <a:lnTo>
                    <a:pt x="0" y="1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16"/>
            <p:cNvSpPr>
              <a:spLocks/>
            </p:cNvSpPr>
            <p:nvPr/>
          </p:nvSpPr>
          <p:spPr bwMode="blackWhite">
            <a:xfrm>
              <a:off x="1403350" y="4748213"/>
              <a:ext cx="573087" cy="454025"/>
            </a:xfrm>
            <a:custGeom>
              <a:avLst/>
              <a:gdLst>
                <a:gd name="T0" fmla="*/ 0 w 361"/>
                <a:gd name="T1" fmla="*/ 0 h 286"/>
                <a:gd name="T2" fmla="*/ 573087 w 361"/>
                <a:gd name="T3" fmla="*/ 0 h 286"/>
                <a:gd name="T4" fmla="*/ 573087 w 361"/>
                <a:gd name="T5" fmla="*/ 44450 h 286"/>
                <a:gd name="T6" fmla="*/ 307975 w 361"/>
                <a:gd name="T7" fmla="*/ 44450 h 286"/>
                <a:gd name="T8" fmla="*/ 307975 w 361"/>
                <a:gd name="T9" fmla="*/ 409575 h 286"/>
                <a:gd name="T10" fmla="*/ 573087 w 361"/>
                <a:gd name="T11" fmla="*/ 409575 h 286"/>
                <a:gd name="T12" fmla="*/ 573087 w 361"/>
                <a:gd name="T13" fmla="*/ 454025 h 286"/>
                <a:gd name="T14" fmla="*/ 0 w 361"/>
                <a:gd name="T15" fmla="*/ 454025 h 286"/>
                <a:gd name="T16" fmla="*/ 0 w 361"/>
                <a:gd name="T17" fmla="*/ 409575 h 286"/>
                <a:gd name="T18" fmla="*/ 268287 w 361"/>
                <a:gd name="T19" fmla="*/ 409575 h 286"/>
                <a:gd name="T20" fmla="*/ 268287 w 361"/>
                <a:gd name="T21" fmla="*/ 44450 h 286"/>
                <a:gd name="T22" fmla="*/ 0 w 361"/>
                <a:gd name="T23" fmla="*/ 44450 h 286"/>
                <a:gd name="T24" fmla="*/ 0 w 361"/>
                <a:gd name="T25" fmla="*/ 0 h 28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61" h="286">
                  <a:moveTo>
                    <a:pt x="0" y="0"/>
                  </a:moveTo>
                  <a:lnTo>
                    <a:pt x="361" y="0"/>
                  </a:lnTo>
                  <a:lnTo>
                    <a:pt x="361" y="28"/>
                  </a:lnTo>
                  <a:lnTo>
                    <a:pt x="194" y="28"/>
                  </a:lnTo>
                  <a:lnTo>
                    <a:pt x="194" y="258"/>
                  </a:lnTo>
                  <a:lnTo>
                    <a:pt x="361" y="258"/>
                  </a:lnTo>
                  <a:lnTo>
                    <a:pt x="361" y="286"/>
                  </a:lnTo>
                  <a:lnTo>
                    <a:pt x="0" y="286"/>
                  </a:lnTo>
                  <a:lnTo>
                    <a:pt x="0" y="258"/>
                  </a:lnTo>
                  <a:lnTo>
                    <a:pt x="169" y="258"/>
                  </a:lnTo>
                  <a:lnTo>
                    <a:pt x="169" y="28"/>
                  </a:lnTo>
                  <a:lnTo>
                    <a:pt x="0" y="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17"/>
            <p:cNvSpPr>
              <a:spLocks noEditPoints="1"/>
            </p:cNvSpPr>
            <p:nvPr/>
          </p:nvSpPr>
          <p:spPr bwMode="blackWhite">
            <a:xfrm>
              <a:off x="1403350" y="5314950"/>
              <a:ext cx="577850" cy="574675"/>
            </a:xfrm>
            <a:custGeom>
              <a:avLst/>
              <a:gdLst>
                <a:gd name="T0" fmla="*/ 200025 w 364"/>
                <a:gd name="T1" fmla="*/ 134938 h 362"/>
                <a:gd name="T2" fmla="*/ 200025 w 364"/>
                <a:gd name="T3" fmla="*/ 438150 h 362"/>
                <a:gd name="T4" fmla="*/ 531813 w 364"/>
                <a:gd name="T5" fmla="*/ 285750 h 362"/>
                <a:gd name="T6" fmla="*/ 200025 w 364"/>
                <a:gd name="T7" fmla="*/ 134938 h 362"/>
                <a:gd name="T8" fmla="*/ 0 w 364"/>
                <a:gd name="T9" fmla="*/ 0 h 362"/>
                <a:gd name="T10" fmla="*/ 577850 w 364"/>
                <a:gd name="T11" fmla="*/ 268288 h 362"/>
                <a:gd name="T12" fmla="*/ 577850 w 364"/>
                <a:gd name="T13" fmla="*/ 306388 h 362"/>
                <a:gd name="T14" fmla="*/ 0 w 364"/>
                <a:gd name="T15" fmla="*/ 574675 h 362"/>
                <a:gd name="T16" fmla="*/ 0 w 364"/>
                <a:gd name="T17" fmla="*/ 530225 h 362"/>
                <a:gd name="T18" fmla="*/ 160338 w 364"/>
                <a:gd name="T19" fmla="*/ 454025 h 362"/>
                <a:gd name="T20" fmla="*/ 160338 w 364"/>
                <a:gd name="T21" fmla="*/ 115888 h 362"/>
                <a:gd name="T22" fmla="*/ 0 w 364"/>
                <a:gd name="T23" fmla="*/ 42863 h 362"/>
                <a:gd name="T24" fmla="*/ 0 w 364"/>
                <a:gd name="T25" fmla="*/ 0 h 36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64" h="362">
                  <a:moveTo>
                    <a:pt x="126" y="85"/>
                  </a:moveTo>
                  <a:lnTo>
                    <a:pt x="126" y="276"/>
                  </a:lnTo>
                  <a:lnTo>
                    <a:pt x="335" y="180"/>
                  </a:lnTo>
                  <a:lnTo>
                    <a:pt x="126" y="85"/>
                  </a:lnTo>
                  <a:close/>
                  <a:moveTo>
                    <a:pt x="0" y="0"/>
                  </a:moveTo>
                  <a:lnTo>
                    <a:pt x="364" y="169"/>
                  </a:lnTo>
                  <a:lnTo>
                    <a:pt x="364" y="193"/>
                  </a:lnTo>
                  <a:lnTo>
                    <a:pt x="0" y="362"/>
                  </a:lnTo>
                  <a:lnTo>
                    <a:pt x="0" y="334"/>
                  </a:lnTo>
                  <a:lnTo>
                    <a:pt x="101" y="286"/>
                  </a:lnTo>
                  <a:lnTo>
                    <a:pt x="101" y="73"/>
                  </a:lnTo>
                  <a:lnTo>
                    <a:pt x="0" y="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18"/>
            <p:cNvSpPr>
              <a:spLocks/>
            </p:cNvSpPr>
            <p:nvPr/>
          </p:nvSpPr>
          <p:spPr bwMode="blackWhite">
            <a:xfrm>
              <a:off x="1403350" y="6000750"/>
              <a:ext cx="573087" cy="539750"/>
            </a:xfrm>
            <a:custGeom>
              <a:avLst/>
              <a:gdLst>
                <a:gd name="T0" fmla="*/ 0 w 361"/>
                <a:gd name="T1" fmla="*/ 0 h 340"/>
                <a:gd name="T2" fmla="*/ 573087 w 361"/>
                <a:gd name="T3" fmla="*/ 0 h 340"/>
                <a:gd name="T4" fmla="*/ 573087 w 361"/>
                <a:gd name="T5" fmla="*/ 39688 h 340"/>
                <a:gd name="T6" fmla="*/ 234950 w 361"/>
                <a:gd name="T7" fmla="*/ 269875 h 340"/>
                <a:gd name="T8" fmla="*/ 573087 w 361"/>
                <a:gd name="T9" fmla="*/ 500063 h 340"/>
                <a:gd name="T10" fmla="*/ 573087 w 361"/>
                <a:gd name="T11" fmla="*/ 539750 h 340"/>
                <a:gd name="T12" fmla="*/ 0 w 361"/>
                <a:gd name="T13" fmla="*/ 539750 h 340"/>
                <a:gd name="T14" fmla="*/ 0 w 361"/>
                <a:gd name="T15" fmla="*/ 498475 h 340"/>
                <a:gd name="T16" fmla="*/ 498475 w 361"/>
                <a:gd name="T17" fmla="*/ 498475 h 340"/>
                <a:gd name="T18" fmla="*/ 168275 w 361"/>
                <a:gd name="T19" fmla="*/ 271463 h 340"/>
                <a:gd name="T20" fmla="*/ 168275 w 361"/>
                <a:gd name="T21" fmla="*/ 268288 h 340"/>
                <a:gd name="T22" fmla="*/ 498475 w 361"/>
                <a:gd name="T23" fmla="*/ 41275 h 340"/>
                <a:gd name="T24" fmla="*/ 0 w 361"/>
                <a:gd name="T25" fmla="*/ 41275 h 340"/>
                <a:gd name="T26" fmla="*/ 0 w 361"/>
                <a:gd name="T27" fmla="*/ 0 h 34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61" h="340">
                  <a:moveTo>
                    <a:pt x="0" y="0"/>
                  </a:moveTo>
                  <a:lnTo>
                    <a:pt x="361" y="0"/>
                  </a:lnTo>
                  <a:lnTo>
                    <a:pt x="361" y="25"/>
                  </a:lnTo>
                  <a:lnTo>
                    <a:pt x="148" y="170"/>
                  </a:lnTo>
                  <a:lnTo>
                    <a:pt x="361" y="315"/>
                  </a:lnTo>
                  <a:lnTo>
                    <a:pt x="361" y="340"/>
                  </a:lnTo>
                  <a:lnTo>
                    <a:pt x="0" y="340"/>
                  </a:lnTo>
                  <a:lnTo>
                    <a:pt x="0" y="314"/>
                  </a:lnTo>
                  <a:lnTo>
                    <a:pt x="314" y="314"/>
                  </a:lnTo>
                  <a:lnTo>
                    <a:pt x="106" y="171"/>
                  </a:lnTo>
                  <a:lnTo>
                    <a:pt x="106" y="169"/>
                  </a:lnTo>
                  <a:lnTo>
                    <a:pt x="314" y="26"/>
                  </a:lnTo>
                  <a:lnTo>
                    <a:pt x="0" y="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9" name="Rectangle 4"/>
          <p:cNvSpPr>
            <a:spLocks noChangeArrowheads="1"/>
          </p:cNvSpPr>
          <p:nvPr userDrawn="1"/>
        </p:nvSpPr>
        <p:spPr bwMode="blackWhite">
          <a:xfrm>
            <a:off x="431801" y="1989721"/>
            <a:ext cx="3419475" cy="40481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81636" tIns="40818" rIns="81636" bIns="40818" anchor="ctr"/>
          <a:lstStyle/>
          <a:p>
            <a:endParaRPr lang="en-US"/>
          </a:p>
        </p:txBody>
      </p:sp>
      <p:sp>
        <p:nvSpPr>
          <p:cNvPr id="40" name="Rectangle 4"/>
          <p:cNvSpPr>
            <a:spLocks noChangeArrowheads="1"/>
          </p:cNvSpPr>
          <p:nvPr userDrawn="1"/>
        </p:nvSpPr>
        <p:spPr bwMode="blackWhite">
          <a:xfrm>
            <a:off x="431800" y="2353504"/>
            <a:ext cx="3419475" cy="40481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81636" tIns="40818" rIns="81636" bIns="40818" anchor="ctr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1800" y="1058220"/>
            <a:ext cx="8053414" cy="3819831"/>
          </a:xfrm>
          <a:prstGeom prst="rect">
            <a:avLst/>
          </a:prstGeom>
        </p:spPr>
        <p:txBody>
          <a:bodyPr lIns="67501" tIns="33751" rIns="67501" bIns="33751"/>
          <a:lstStyle>
            <a:lvl2pPr>
              <a:defRPr sz="16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419100" y="155973"/>
            <a:ext cx="8066114" cy="648703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ADD A TITLE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19100" y="155973"/>
            <a:ext cx="8066114" cy="648703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ADD A TITLE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0" y="1058220"/>
            <a:ext cx="3913214" cy="3819831"/>
          </a:xfrm>
          <a:prstGeom prst="rect">
            <a:avLst/>
          </a:prstGeom>
        </p:spPr>
        <p:txBody>
          <a:bodyPr lIns="67501" tIns="33751" rIns="67501" bIns="33751"/>
          <a:lstStyle>
            <a:lvl2pPr>
              <a:defRPr sz="16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0"/>
          </p:nvPr>
        </p:nvSpPr>
        <p:spPr>
          <a:xfrm>
            <a:off x="432219" y="1058221"/>
            <a:ext cx="3913214" cy="3819831"/>
          </a:xfrm>
          <a:prstGeom prst="rect">
            <a:avLst/>
          </a:prstGeom>
        </p:spPr>
        <p:txBody>
          <a:bodyPr lIns="67501" tIns="33751" rIns="67501" bIns="33751"/>
          <a:lstStyle>
            <a:lvl2pPr>
              <a:defRPr sz="16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19100" y="155973"/>
            <a:ext cx="8066114" cy="648703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ADD A TITLE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0" y="1058220"/>
            <a:ext cx="3913214" cy="3819831"/>
          </a:xfrm>
          <a:prstGeom prst="rect">
            <a:avLst/>
          </a:prstGeom>
        </p:spPr>
        <p:txBody>
          <a:bodyPr lIns="67501" tIns="33751" rIns="67501" bIns="33751"/>
          <a:lstStyle>
            <a:lvl2pPr>
              <a:defRPr sz="16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0"/>
          </p:nvPr>
        </p:nvSpPr>
        <p:spPr>
          <a:xfrm>
            <a:off x="432219" y="1058221"/>
            <a:ext cx="3913214" cy="3819831"/>
          </a:xfrm>
          <a:prstGeom prst="rect">
            <a:avLst/>
          </a:prstGeom>
        </p:spPr>
        <p:txBody>
          <a:bodyPr lIns="67501" tIns="33751" rIns="67501" bIns="33751"/>
          <a:lstStyle>
            <a:lvl2pPr>
              <a:defRPr sz="16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433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1800" y="1418897"/>
            <a:ext cx="8053414" cy="3459155"/>
          </a:xfrm>
          <a:prstGeom prst="rect">
            <a:avLst/>
          </a:prstGeom>
        </p:spPr>
        <p:txBody>
          <a:bodyPr lIns="67501" tIns="33751" rIns="67501" bIns="33751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43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3290" indent="-408179">
              <a:spcBef>
                <a:spcPts val="0"/>
              </a:spcBef>
              <a:spcAft>
                <a:spcPts val="0"/>
              </a:spcAft>
              <a:buNone/>
              <a:defRPr lang="en-US" sz="21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0446" indent="-379833">
              <a:spcBef>
                <a:spcPts val="0"/>
              </a:spcBef>
              <a:spcAft>
                <a:spcPts val="0"/>
              </a:spcAft>
              <a:buNone/>
              <a:defRPr lang="en-US" sz="21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8625" indent="-469122">
              <a:spcBef>
                <a:spcPts val="0"/>
              </a:spcBef>
              <a:spcAft>
                <a:spcPts val="0"/>
              </a:spcAft>
              <a:buNone/>
              <a:defRPr lang="en-US" sz="21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36804" indent="-549907">
              <a:spcBef>
                <a:spcPts val="0"/>
              </a:spcBef>
              <a:spcAft>
                <a:spcPts val="0"/>
              </a:spcAft>
              <a:buNone/>
              <a:defRPr lang="en-US" sz="21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add a Key Point!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19100" y="155973"/>
            <a:ext cx="8066114" cy="648703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ADD A TITLE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Header 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5" descr="IMG_5089 - Version 2 RESZIED"/>
          <p:cNvPicPr>
            <a:picLocks noChangeAspect="1" noChangeArrowheads="1"/>
          </p:cNvPicPr>
          <p:nvPr userDrawn="1"/>
        </p:nvPicPr>
        <p:blipFill rotWithShape="1">
          <a:blip r:embed="rId2" cstate="print"/>
          <a:srcRect b="15626"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</p:spPr>
      </p:pic>
      <p:sp>
        <p:nvSpPr>
          <p:cNvPr id="4099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31801" y="1617821"/>
            <a:ext cx="6376987" cy="1092994"/>
          </a:xfrm>
          <a:prstGeom prst="rect">
            <a:avLst/>
          </a:prstGeom>
        </p:spPr>
        <p:txBody>
          <a:bodyPr lIns="67501" tIns="33751" rIns="67501" bIns="33751"/>
          <a:lstStyle>
            <a:lvl1pPr marL="0" inden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Max Fordham bullet" pitchFamily="2" charset="0"/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Section Subtitle</a:t>
            </a:r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431801" y="396427"/>
            <a:ext cx="5580063" cy="1198630"/>
          </a:xfrm>
        </p:spPr>
        <p:txBody>
          <a:bodyPr/>
          <a:lstStyle>
            <a:lvl1pPr>
              <a:defRPr sz="43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</a:t>
            </a:r>
            <a:br>
              <a:rPr lang="en-US" dirty="0"/>
            </a:br>
            <a:r>
              <a:rPr lang="en-US" dirty="0"/>
              <a:t>SECTION TITLE</a:t>
            </a:r>
          </a:p>
        </p:txBody>
      </p:sp>
      <p:sp>
        <p:nvSpPr>
          <p:cNvPr id="19" name="Rectangle 4"/>
          <p:cNvSpPr>
            <a:spLocks noChangeArrowheads="1"/>
          </p:cNvSpPr>
          <p:nvPr userDrawn="1"/>
        </p:nvSpPr>
        <p:spPr bwMode="blackWhite">
          <a:xfrm>
            <a:off x="431801" y="1600200"/>
            <a:ext cx="3419475" cy="4048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81636" tIns="40818" rIns="81636" bIns="40818" anchor="ctr"/>
          <a:lstStyle/>
          <a:p>
            <a:endParaRPr lang="en-US"/>
          </a:p>
        </p:txBody>
      </p:sp>
      <p:grpSp>
        <p:nvGrpSpPr>
          <p:cNvPr id="25" name="Group 19"/>
          <p:cNvGrpSpPr>
            <a:grpSpLocks/>
          </p:cNvGrpSpPr>
          <p:nvPr userDrawn="1"/>
        </p:nvGrpSpPr>
        <p:grpSpPr bwMode="auto">
          <a:xfrm>
            <a:off x="8485214" y="249974"/>
            <a:ext cx="286984" cy="3141332"/>
            <a:chOff x="1392238" y="176213"/>
            <a:chExt cx="595312" cy="6364287"/>
          </a:xfrm>
          <a:solidFill>
            <a:schemeClr val="bg1"/>
          </a:solidFill>
        </p:grpSpPr>
        <p:sp>
          <p:nvSpPr>
            <p:cNvPr id="26" name="Freeform 6"/>
            <p:cNvSpPr>
              <a:spLocks/>
            </p:cNvSpPr>
            <p:nvPr/>
          </p:nvSpPr>
          <p:spPr bwMode="blackWhite">
            <a:xfrm>
              <a:off x="1392238" y="2765425"/>
              <a:ext cx="279400" cy="276225"/>
            </a:xfrm>
            <a:custGeom>
              <a:avLst/>
              <a:gdLst>
                <a:gd name="T0" fmla="*/ 279400 w 176"/>
                <a:gd name="T1" fmla="*/ 0 h 174"/>
                <a:gd name="T2" fmla="*/ 279400 w 176"/>
                <a:gd name="T3" fmla="*/ 41275 h 174"/>
                <a:gd name="T4" fmla="*/ 227013 w 176"/>
                <a:gd name="T5" fmla="*/ 50800 h 174"/>
                <a:gd name="T6" fmla="*/ 177800 w 176"/>
                <a:gd name="T7" fmla="*/ 71438 h 174"/>
                <a:gd name="T8" fmla="*/ 134938 w 176"/>
                <a:gd name="T9" fmla="*/ 98425 h 174"/>
                <a:gd name="T10" fmla="*/ 100013 w 176"/>
                <a:gd name="T11" fmla="*/ 134938 h 174"/>
                <a:gd name="T12" fmla="*/ 71438 w 176"/>
                <a:gd name="T13" fmla="*/ 177800 h 174"/>
                <a:gd name="T14" fmla="*/ 50800 w 176"/>
                <a:gd name="T15" fmla="*/ 225425 h 174"/>
                <a:gd name="T16" fmla="*/ 41275 w 176"/>
                <a:gd name="T17" fmla="*/ 276225 h 174"/>
                <a:gd name="T18" fmla="*/ 0 w 176"/>
                <a:gd name="T19" fmla="*/ 276225 h 174"/>
                <a:gd name="T20" fmla="*/ 11113 w 176"/>
                <a:gd name="T21" fmla="*/ 222250 h 174"/>
                <a:gd name="T22" fmla="*/ 26988 w 176"/>
                <a:gd name="T23" fmla="*/ 173038 h 174"/>
                <a:gd name="T24" fmla="*/ 53975 w 176"/>
                <a:gd name="T25" fmla="*/ 127000 h 174"/>
                <a:gd name="T26" fmla="*/ 87313 w 176"/>
                <a:gd name="T27" fmla="*/ 87313 h 174"/>
                <a:gd name="T28" fmla="*/ 128588 w 176"/>
                <a:gd name="T29" fmla="*/ 53975 h 174"/>
                <a:gd name="T30" fmla="*/ 174625 w 176"/>
                <a:gd name="T31" fmla="*/ 26988 h 174"/>
                <a:gd name="T32" fmla="*/ 225425 w 176"/>
                <a:gd name="T33" fmla="*/ 11113 h 174"/>
                <a:gd name="T34" fmla="*/ 279400 w 176"/>
                <a:gd name="T35" fmla="*/ 0 h 17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76" h="174">
                  <a:moveTo>
                    <a:pt x="176" y="0"/>
                  </a:moveTo>
                  <a:lnTo>
                    <a:pt x="176" y="26"/>
                  </a:lnTo>
                  <a:lnTo>
                    <a:pt x="143" y="32"/>
                  </a:lnTo>
                  <a:lnTo>
                    <a:pt x="112" y="45"/>
                  </a:lnTo>
                  <a:lnTo>
                    <a:pt x="85" y="62"/>
                  </a:lnTo>
                  <a:lnTo>
                    <a:pt x="63" y="85"/>
                  </a:lnTo>
                  <a:lnTo>
                    <a:pt x="45" y="112"/>
                  </a:lnTo>
                  <a:lnTo>
                    <a:pt x="32" y="142"/>
                  </a:lnTo>
                  <a:lnTo>
                    <a:pt x="26" y="174"/>
                  </a:lnTo>
                  <a:lnTo>
                    <a:pt x="0" y="174"/>
                  </a:lnTo>
                  <a:lnTo>
                    <a:pt x="7" y="140"/>
                  </a:lnTo>
                  <a:lnTo>
                    <a:pt x="17" y="109"/>
                  </a:lnTo>
                  <a:lnTo>
                    <a:pt x="34" y="80"/>
                  </a:lnTo>
                  <a:lnTo>
                    <a:pt x="55" y="55"/>
                  </a:lnTo>
                  <a:lnTo>
                    <a:pt x="81" y="34"/>
                  </a:lnTo>
                  <a:lnTo>
                    <a:pt x="110" y="17"/>
                  </a:lnTo>
                  <a:lnTo>
                    <a:pt x="142" y="7"/>
                  </a:lnTo>
                  <a:lnTo>
                    <a:pt x="176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7"/>
            <p:cNvSpPr>
              <a:spLocks/>
            </p:cNvSpPr>
            <p:nvPr/>
          </p:nvSpPr>
          <p:spPr bwMode="blackWhite">
            <a:xfrm>
              <a:off x="1711325" y="2765425"/>
              <a:ext cx="276225" cy="276225"/>
            </a:xfrm>
            <a:custGeom>
              <a:avLst/>
              <a:gdLst>
                <a:gd name="T0" fmla="*/ 0 w 174"/>
                <a:gd name="T1" fmla="*/ 0 h 174"/>
                <a:gd name="T2" fmla="*/ 53975 w 174"/>
                <a:gd name="T3" fmla="*/ 11113 h 174"/>
                <a:gd name="T4" fmla="*/ 103188 w 174"/>
                <a:gd name="T5" fmla="*/ 26988 h 174"/>
                <a:gd name="T6" fmla="*/ 149225 w 174"/>
                <a:gd name="T7" fmla="*/ 53975 h 174"/>
                <a:gd name="T8" fmla="*/ 188913 w 174"/>
                <a:gd name="T9" fmla="*/ 87313 h 174"/>
                <a:gd name="T10" fmla="*/ 222250 w 174"/>
                <a:gd name="T11" fmla="*/ 127000 h 174"/>
                <a:gd name="T12" fmla="*/ 249238 w 174"/>
                <a:gd name="T13" fmla="*/ 173038 h 174"/>
                <a:gd name="T14" fmla="*/ 268288 w 174"/>
                <a:gd name="T15" fmla="*/ 222250 h 174"/>
                <a:gd name="T16" fmla="*/ 276225 w 174"/>
                <a:gd name="T17" fmla="*/ 276225 h 174"/>
                <a:gd name="T18" fmla="*/ 234950 w 174"/>
                <a:gd name="T19" fmla="*/ 276225 h 174"/>
                <a:gd name="T20" fmla="*/ 225425 w 174"/>
                <a:gd name="T21" fmla="*/ 225425 h 174"/>
                <a:gd name="T22" fmla="*/ 204788 w 174"/>
                <a:gd name="T23" fmla="*/ 177800 h 174"/>
                <a:gd name="T24" fmla="*/ 177800 w 174"/>
                <a:gd name="T25" fmla="*/ 134938 h 174"/>
                <a:gd name="T26" fmla="*/ 141288 w 174"/>
                <a:gd name="T27" fmla="*/ 98425 h 174"/>
                <a:gd name="T28" fmla="*/ 100013 w 174"/>
                <a:gd name="T29" fmla="*/ 71438 h 174"/>
                <a:gd name="T30" fmla="*/ 50800 w 174"/>
                <a:gd name="T31" fmla="*/ 50800 h 174"/>
                <a:gd name="T32" fmla="*/ 0 w 174"/>
                <a:gd name="T33" fmla="*/ 41275 h 174"/>
                <a:gd name="T34" fmla="*/ 0 w 174"/>
                <a:gd name="T35" fmla="*/ 0 h 17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74" h="174">
                  <a:moveTo>
                    <a:pt x="0" y="0"/>
                  </a:moveTo>
                  <a:lnTo>
                    <a:pt x="34" y="7"/>
                  </a:lnTo>
                  <a:lnTo>
                    <a:pt x="65" y="17"/>
                  </a:lnTo>
                  <a:lnTo>
                    <a:pt x="94" y="34"/>
                  </a:lnTo>
                  <a:lnTo>
                    <a:pt x="119" y="55"/>
                  </a:lnTo>
                  <a:lnTo>
                    <a:pt x="140" y="80"/>
                  </a:lnTo>
                  <a:lnTo>
                    <a:pt x="157" y="109"/>
                  </a:lnTo>
                  <a:lnTo>
                    <a:pt x="169" y="140"/>
                  </a:lnTo>
                  <a:lnTo>
                    <a:pt x="174" y="174"/>
                  </a:lnTo>
                  <a:lnTo>
                    <a:pt x="148" y="174"/>
                  </a:lnTo>
                  <a:lnTo>
                    <a:pt x="142" y="142"/>
                  </a:lnTo>
                  <a:lnTo>
                    <a:pt x="129" y="112"/>
                  </a:lnTo>
                  <a:lnTo>
                    <a:pt x="112" y="85"/>
                  </a:lnTo>
                  <a:lnTo>
                    <a:pt x="89" y="62"/>
                  </a:lnTo>
                  <a:lnTo>
                    <a:pt x="63" y="45"/>
                  </a:lnTo>
                  <a:lnTo>
                    <a:pt x="32" y="32"/>
                  </a:lnTo>
                  <a:lnTo>
                    <a:pt x="0" y="2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8"/>
            <p:cNvSpPr>
              <a:spLocks/>
            </p:cNvSpPr>
            <p:nvPr/>
          </p:nvSpPr>
          <p:spPr bwMode="blackWhite">
            <a:xfrm>
              <a:off x="1711325" y="3086100"/>
              <a:ext cx="276225" cy="274638"/>
            </a:xfrm>
            <a:custGeom>
              <a:avLst/>
              <a:gdLst>
                <a:gd name="T0" fmla="*/ 234950 w 174"/>
                <a:gd name="T1" fmla="*/ 0 h 173"/>
                <a:gd name="T2" fmla="*/ 276225 w 174"/>
                <a:gd name="T3" fmla="*/ 0 h 173"/>
                <a:gd name="T4" fmla="*/ 268288 w 174"/>
                <a:gd name="T5" fmla="*/ 52388 h 173"/>
                <a:gd name="T6" fmla="*/ 249238 w 174"/>
                <a:gd name="T7" fmla="*/ 103188 h 173"/>
                <a:gd name="T8" fmla="*/ 222250 w 174"/>
                <a:gd name="T9" fmla="*/ 147638 h 173"/>
                <a:gd name="T10" fmla="*/ 188913 w 174"/>
                <a:gd name="T11" fmla="*/ 188913 h 173"/>
                <a:gd name="T12" fmla="*/ 149225 w 174"/>
                <a:gd name="T13" fmla="*/ 222250 h 173"/>
                <a:gd name="T14" fmla="*/ 103188 w 174"/>
                <a:gd name="T15" fmla="*/ 247650 h 173"/>
                <a:gd name="T16" fmla="*/ 53975 w 174"/>
                <a:gd name="T17" fmla="*/ 266700 h 173"/>
                <a:gd name="T18" fmla="*/ 0 w 174"/>
                <a:gd name="T19" fmla="*/ 274638 h 173"/>
                <a:gd name="T20" fmla="*/ 0 w 174"/>
                <a:gd name="T21" fmla="*/ 234950 h 173"/>
                <a:gd name="T22" fmla="*/ 50800 w 174"/>
                <a:gd name="T23" fmla="*/ 223838 h 173"/>
                <a:gd name="T24" fmla="*/ 100013 w 174"/>
                <a:gd name="T25" fmla="*/ 206375 h 173"/>
                <a:gd name="T26" fmla="*/ 141288 w 174"/>
                <a:gd name="T27" fmla="*/ 176213 h 173"/>
                <a:gd name="T28" fmla="*/ 177800 w 174"/>
                <a:gd name="T29" fmla="*/ 141288 h 173"/>
                <a:gd name="T30" fmla="*/ 204788 w 174"/>
                <a:gd name="T31" fmla="*/ 100013 h 173"/>
                <a:gd name="T32" fmla="*/ 225425 w 174"/>
                <a:gd name="T33" fmla="*/ 52388 h 173"/>
                <a:gd name="T34" fmla="*/ 234950 w 174"/>
                <a:gd name="T35" fmla="*/ 0 h 173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74" h="173">
                  <a:moveTo>
                    <a:pt x="148" y="0"/>
                  </a:moveTo>
                  <a:lnTo>
                    <a:pt x="174" y="0"/>
                  </a:lnTo>
                  <a:lnTo>
                    <a:pt x="169" y="33"/>
                  </a:lnTo>
                  <a:lnTo>
                    <a:pt x="157" y="65"/>
                  </a:lnTo>
                  <a:lnTo>
                    <a:pt x="140" y="93"/>
                  </a:lnTo>
                  <a:lnTo>
                    <a:pt x="119" y="119"/>
                  </a:lnTo>
                  <a:lnTo>
                    <a:pt x="94" y="140"/>
                  </a:lnTo>
                  <a:lnTo>
                    <a:pt x="65" y="156"/>
                  </a:lnTo>
                  <a:lnTo>
                    <a:pt x="34" y="168"/>
                  </a:lnTo>
                  <a:lnTo>
                    <a:pt x="0" y="173"/>
                  </a:lnTo>
                  <a:lnTo>
                    <a:pt x="0" y="148"/>
                  </a:lnTo>
                  <a:lnTo>
                    <a:pt x="32" y="141"/>
                  </a:lnTo>
                  <a:lnTo>
                    <a:pt x="63" y="130"/>
                  </a:lnTo>
                  <a:lnTo>
                    <a:pt x="89" y="111"/>
                  </a:lnTo>
                  <a:lnTo>
                    <a:pt x="112" y="89"/>
                  </a:lnTo>
                  <a:lnTo>
                    <a:pt x="129" y="63"/>
                  </a:lnTo>
                  <a:lnTo>
                    <a:pt x="142" y="33"/>
                  </a:lnTo>
                  <a:lnTo>
                    <a:pt x="148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9"/>
            <p:cNvSpPr>
              <a:spLocks/>
            </p:cNvSpPr>
            <p:nvPr/>
          </p:nvSpPr>
          <p:spPr bwMode="blackWhite">
            <a:xfrm>
              <a:off x="1392238" y="3086100"/>
              <a:ext cx="279400" cy="274638"/>
            </a:xfrm>
            <a:custGeom>
              <a:avLst/>
              <a:gdLst>
                <a:gd name="T0" fmla="*/ 0 w 176"/>
                <a:gd name="T1" fmla="*/ 0 h 173"/>
                <a:gd name="T2" fmla="*/ 41275 w 176"/>
                <a:gd name="T3" fmla="*/ 0 h 173"/>
                <a:gd name="T4" fmla="*/ 50800 w 176"/>
                <a:gd name="T5" fmla="*/ 52388 h 173"/>
                <a:gd name="T6" fmla="*/ 71438 w 176"/>
                <a:gd name="T7" fmla="*/ 100013 h 173"/>
                <a:gd name="T8" fmla="*/ 100013 w 176"/>
                <a:gd name="T9" fmla="*/ 141288 h 173"/>
                <a:gd name="T10" fmla="*/ 134938 w 176"/>
                <a:gd name="T11" fmla="*/ 176213 h 173"/>
                <a:gd name="T12" fmla="*/ 177800 w 176"/>
                <a:gd name="T13" fmla="*/ 206375 h 173"/>
                <a:gd name="T14" fmla="*/ 227013 w 176"/>
                <a:gd name="T15" fmla="*/ 223838 h 173"/>
                <a:gd name="T16" fmla="*/ 279400 w 176"/>
                <a:gd name="T17" fmla="*/ 234950 h 173"/>
                <a:gd name="T18" fmla="*/ 279400 w 176"/>
                <a:gd name="T19" fmla="*/ 274638 h 173"/>
                <a:gd name="T20" fmla="*/ 225425 w 176"/>
                <a:gd name="T21" fmla="*/ 266700 h 173"/>
                <a:gd name="T22" fmla="*/ 174625 w 176"/>
                <a:gd name="T23" fmla="*/ 247650 h 173"/>
                <a:gd name="T24" fmla="*/ 128588 w 176"/>
                <a:gd name="T25" fmla="*/ 222250 h 173"/>
                <a:gd name="T26" fmla="*/ 87313 w 176"/>
                <a:gd name="T27" fmla="*/ 188913 h 173"/>
                <a:gd name="T28" fmla="*/ 53975 w 176"/>
                <a:gd name="T29" fmla="*/ 147638 h 173"/>
                <a:gd name="T30" fmla="*/ 26988 w 176"/>
                <a:gd name="T31" fmla="*/ 103188 h 173"/>
                <a:gd name="T32" fmla="*/ 11113 w 176"/>
                <a:gd name="T33" fmla="*/ 52388 h 173"/>
                <a:gd name="T34" fmla="*/ 0 w 176"/>
                <a:gd name="T35" fmla="*/ 0 h 173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76" h="173">
                  <a:moveTo>
                    <a:pt x="0" y="0"/>
                  </a:moveTo>
                  <a:lnTo>
                    <a:pt x="26" y="0"/>
                  </a:lnTo>
                  <a:lnTo>
                    <a:pt x="32" y="33"/>
                  </a:lnTo>
                  <a:lnTo>
                    <a:pt x="45" y="63"/>
                  </a:lnTo>
                  <a:lnTo>
                    <a:pt x="63" y="89"/>
                  </a:lnTo>
                  <a:lnTo>
                    <a:pt x="85" y="111"/>
                  </a:lnTo>
                  <a:lnTo>
                    <a:pt x="112" y="130"/>
                  </a:lnTo>
                  <a:lnTo>
                    <a:pt x="143" y="141"/>
                  </a:lnTo>
                  <a:lnTo>
                    <a:pt x="176" y="148"/>
                  </a:lnTo>
                  <a:lnTo>
                    <a:pt x="176" y="173"/>
                  </a:lnTo>
                  <a:lnTo>
                    <a:pt x="142" y="168"/>
                  </a:lnTo>
                  <a:lnTo>
                    <a:pt x="110" y="156"/>
                  </a:lnTo>
                  <a:lnTo>
                    <a:pt x="81" y="140"/>
                  </a:lnTo>
                  <a:lnTo>
                    <a:pt x="55" y="119"/>
                  </a:lnTo>
                  <a:lnTo>
                    <a:pt x="34" y="93"/>
                  </a:lnTo>
                  <a:lnTo>
                    <a:pt x="17" y="65"/>
                  </a:lnTo>
                  <a:lnTo>
                    <a:pt x="7" y="33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10"/>
            <p:cNvSpPr>
              <a:spLocks/>
            </p:cNvSpPr>
            <p:nvPr/>
          </p:nvSpPr>
          <p:spPr bwMode="blackWhite">
            <a:xfrm>
              <a:off x="1403350" y="176213"/>
              <a:ext cx="573087" cy="541338"/>
            </a:xfrm>
            <a:custGeom>
              <a:avLst/>
              <a:gdLst>
                <a:gd name="T0" fmla="*/ 0 w 361"/>
                <a:gd name="T1" fmla="*/ 0 h 341"/>
                <a:gd name="T2" fmla="*/ 573087 w 361"/>
                <a:gd name="T3" fmla="*/ 0 h 341"/>
                <a:gd name="T4" fmla="*/ 573087 w 361"/>
                <a:gd name="T5" fmla="*/ 41275 h 341"/>
                <a:gd name="T6" fmla="*/ 234950 w 361"/>
                <a:gd name="T7" fmla="*/ 271463 h 341"/>
                <a:gd name="T8" fmla="*/ 573087 w 361"/>
                <a:gd name="T9" fmla="*/ 503238 h 341"/>
                <a:gd name="T10" fmla="*/ 573087 w 361"/>
                <a:gd name="T11" fmla="*/ 541338 h 341"/>
                <a:gd name="T12" fmla="*/ 0 w 361"/>
                <a:gd name="T13" fmla="*/ 541338 h 341"/>
                <a:gd name="T14" fmla="*/ 0 w 361"/>
                <a:gd name="T15" fmla="*/ 498475 h 341"/>
                <a:gd name="T16" fmla="*/ 498475 w 361"/>
                <a:gd name="T17" fmla="*/ 498475 h 341"/>
                <a:gd name="T18" fmla="*/ 168275 w 361"/>
                <a:gd name="T19" fmla="*/ 271463 h 341"/>
                <a:gd name="T20" fmla="*/ 168275 w 361"/>
                <a:gd name="T21" fmla="*/ 268288 h 341"/>
                <a:gd name="T22" fmla="*/ 498475 w 361"/>
                <a:gd name="T23" fmla="*/ 41275 h 341"/>
                <a:gd name="T24" fmla="*/ 0 w 361"/>
                <a:gd name="T25" fmla="*/ 41275 h 341"/>
                <a:gd name="T26" fmla="*/ 0 w 361"/>
                <a:gd name="T27" fmla="*/ 0 h 34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61" h="341">
                  <a:moveTo>
                    <a:pt x="0" y="0"/>
                  </a:moveTo>
                  <a:lnTo>
                    <a:pt x="361" y="0"/>
                  </a:lnTo>
                  <a:lnTo>
                    <a:pt x="361" y="26"/>
                  </a:lnTo>
                  <a:lnTo>
                    <a:pt x="148" y="171"/>
                  </a:lnTo>
                  <a:lnTo>
                    <a:pt x="361" y="317"/>
                  </a:lnTo>
                  <a:lnTo>
                    <a:pt x="361" y="341"/>
                  </a:lnTo>
                  <a:lnTo>
                    <a:pt x="0" y="341"/>
                  </a:lnTo>
                  <a:lnTo>
                    <a:pt x="0" y="314"/>
                  </a:lnTo>
                  <a:lnTo>
                    <a:pt x="314" y="314"/>
                  </a:lnTo>
                  <a:lnTo>
                    <a:pt x="106" y="171"/>
                  </a:lnTo>
                  <a:lnTo>
                    <a:pt x="106" y="169"/>
                  </a:lnTo>
                  <a:lnTo>
                    <a:pt x="314" y="26"/>
                  </a:lnTo>
                  <a:lnTo>
                    <a:pt x="0" y="2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11"/>
            <p:cNvSpPr>
              <a:spLocks noEditPoints="1"/>
            </p:cNvSpPr>
            <p:nvPr/>
          </p:nvSpPr>
          <p:spPr bwMode="blackWhite">
            <a:xfrm>
              <a:off x="1403350" y="825500"/>
              <a:ext cx="577850" cy="576263"/>
            </a:xfrm>
            <a:custGeom>
              <a:avLst/>
              <a:gdLst>
                <a:gd name="T0" fmla="*/ 200025 w 364"/>
                <a:gd name="T1" fmla="*/ 136525 h 363"/>
                <a:gd name="T2" fmla="*/ 200025 w 364"/>
                <a:gd name="T3" fmla="*/ 436563 h 363"/>
                <a:gd name="T4" fmla="*/ 531813 w 364"/>
                <a:gd name="T5" fmla="*/ 287338 h 363"/>
                <a:gd name="T6" fmla="*/ 200025 w 364"/>
                <a:gd name="T7" fmla="*/ 136525 h 363"/>
                <a:gd name="T8" fmla="*/ 0 w 364"/>
                <a:gd name="T9" fmla="*/ 0 h 363"/>
                <a:gd name="T10" fmla="*/ 577850 w 364"/>
                <a:gd name="T11" fmla="*/ 266700 h 363"/>
                <a:gd name="T12" fmla="*/ 577850 w 364"/>
                <a:gd name="T13" fmla="*/ 307975 h 363"/>
                <a:gd name="T14" fmla="*/ 0 w 364"/>
                <a:gd name="T15" fmla="*/ 576263 h 363"/>
                <a:gd name="T16" fmla="*/ 0 w 364"/>
                <a:gd name="T17" fmla="*/ 528638 h 363"/>
                <a:gd name="T18" fmla="*/ 160338 w 364"/>
                <a:gd name="T19" fmla="*/ 455613 h 363"/>
                <a:gd name="T20" fmla="*/ 160338 w 364"/>
                <a:gd name="T21" fmla="*/ 117475 h 363"/>
                <a:gd name="T22" fmla="*/ 0 w 364"/>
                <a:gd name="T23" fmla="*/ 44450 h 363"/>
                <a:gd name="T24" fmla="*/ 0 w 364"/>
                <a:gd name="T25" fmla="*/ 0 h 36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64" h="363">
                  <a:moveTo>
                    <a:pt x="126" y="86"/>
                  </a:moveTo>
                  <a:lnTo>
                    <a:pt x="126" y="275"/>
                  </a:lnTo>
                  <a:lnTo>
                    <a:pt x="335" y="181"/>
                  </a:lnTo>
                  <a:lnTo>
                    <a:pt x="126" y="86"/>
                  </a:lnTo>
                  <a:close/>
                  <a:moveTo>
                    <a:pt x="0" y="0"/>
                  </a:moveTo>
                  <a:lnTo>
                    <a:pt x="364" y="168"/>
                  </a:lnTo>
                  <a:lnTo>
                    <a:pt x="364" y="194"/>
                  </a:lnTo>
                  <a:lnTo>
                    <a:pt x="0" y="363"/>
                  </a:lnTo>
                  <a:lnTo>
                    <a:pt x="0" y="333"/>
                  </a:lnTo>
                  <a:lnTo>
                    <a:pt x="101" y="287"/>
                  </a:lnTo>
                  <a:lnTo>
                    <a:pt x="101" y="74"/>
                  </a:lnTo>
                  <a:lnTo>
                    <a:pt x="0" y="2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12"/>
            <p:cNvSpPr>
              <a:spLocks/>
            </p:cNvSpPr>
            <p:nvPr/>
          </p:nvSpPr>
          <p:spPr bwMode="blackWhite">
            <a:xfrm>
              <a:off x="1403350" y="1455738"/>
              <a:ext cx="573087" cy="509588"/>
            </a:xfrm>
            <a:custGeom>
              <a:avLst/>
              <a:gdLst>
                <a:gd name="T0" fmla="*/ 0 w 361"/>
                <a:gd name="T1" fmla="*/ 0 h 321"/>
                <a:gd name="T2" fmla="*/ 292100 w 361"/>
                <a:gd name="T3" fmla="*/ 231775 h 321"/>
                <a:gd name="T4" fmla="*/ 573087 w 361"/>
                <a:gd name="T5" fmla="*/ 9525 h 321"/>
                <a:gd name="T6" fmla="*/ 573087 w 361"/>
                <a:gd name="T7" fmla="*/ 60325 h 321"/>
                <a:gd name="T8" fmla="*/ 322262 w 361"/>
                <a:gd name="T9" fmla="*/ 255588 h 321"/>
                <a:gd name="T10" fmla="*/ 573087 w 361"/>
                <a:gd name="T11" fmla="*/ 450850 h 321"/>
                <a:gd name="T12" fmla="*/ 573087 w 361"/>
                <a:gd name="T13" fmla="*/ 501650 h 321"/>
                <a:gd name="T14" fmla="*/ 292100 w 361"/>
                <a:gd name="T15" fmla="*/ 280988 h 321"/>
                <a:gd name="T16" fmla="*/ 0 w 361"/>
                <a:gd name="T17" fmla="*/ 509588 h 321"/>
                <a:gd name="T18" fmla="*/ 0 w 361"/>
                <a:gd name="T19" fmla="*/ 460375 h 321"/>
                <a:gd name="T20" fmla="*/ 265112 w 361"/>
                <a:gd name="T21" fmla="*/ 254000 h 321"/>
                <a:gd name="T22" fmla="*/ 0 w 361"/>
                <a:gd name="T23" fmla="*/ 50800 h 321"/>
                <a:gd name="T24" fmla="*/ 0 w 361"/>
                <a:gd name="T25" fmla="*/ 0 h 32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61" h="321">
                  <a:moveTo>
                    <a:pt x="0" y="0"/>
                  </a:moveTo>
                  <a:lnTo>
                    <a:pt x="184" y="146"/>
                  </a:lnTo>
                  <a:lnTo>
                    <a:pt x="361" y="6"/>
                  </a:lnTo>
                  <a:lnTo>
                    <a:pt x="361" y="38"/>
                  </a:lnTo>
                  <a:lnTo>
                    <a:pt x="203" y="161"/>
                  </a:lnTo>
                  <a:lnTo>
                    <a:pt x="361" y="284"/>
                  </a:lnTo>
                  <a:lnTo>
                    <a:pt x="361" y="316"/>
                  </a:lnTo>
                  <a:lnTo>
                    <a:pt x="184" y="177"/>
                  </a:lnTo>
                  <a:lnTo>
                    <a:pt x="0" y="321"/>
                  </a:lnTo>
                  <a:lnTo>
                    <a:pt x="0" y="290"/>
                  </a:lnTo>
                  <a:lnTo>
                    <a:pt x="167" y="160"/>
                  </a:lnTo>
                  <a:lnTo>
                    <a:pt x="0" y="3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13"/>
            <p:cNvSpPr>
              <a:spLocks/>
            </p:cNvSpPr>
            <p:nvPr/>
          </p:nvSpPr>
          <p:spPr bwMode="blackWhite">
            <a:xfrm>
              <a:off x="1403350" y="2293938"/>
              <a:ext cx="573087" cy="404813"/>
            </a:xfrm>
            <a:custGeom>
              <a:avLst/>
              <a:gdLst>
                <a:gd name="T0" fmla="*/ 0 w 361"/>
                <a:gd name="T1" fmla="*/ 0 h 255"/>
                <a:gd name="T2" fmla="*/ 573087 w 361"/>
                <a:gd name="T3" fmla="*/ 0 h 255"/>
                <a:gd name="T4" fmla="*/ 573087 w 361"/>
                <a:gd name="T5" fmla="*/ 404813 h 255"/>
                <a:gd name="T6" fmla="*/ 533400 w 361"/>
                <a:gd name="T7" fmla="*/ 404813 h 255"/>
                <a:gd name="T8" fmla="*/ 533400 w 361"/>
                <a:gd name="T9" fmla="*/ 42863 h 255"/>
                <a:gd name="T10" fmla="*/ 298450 w 361"/>
                <a:gd name="T11" fmla="*/ 42863 h 255"/>
                <a:gd name="T12" fmla="*/ 298450 w 361"/>
                <a:gd name="T13" fmla="*/ 368300 h 255"/>
                <a:gd name="T14" fmla="*/ 260350 w 361"/>
                <a:gd name="T15" fmla="*/ 368300 h 255"/>
                <a:gd name="T16" fmla="*/ 260350 w 361"/>
                <a:gd name="T17" fmla="*/ 42863 h 255"/>
                <a:gd name="T18" fmla="*/ 0 w 361"/>
                <a:gd name="T19" fmla="*/ 42863 h 255"/>
                <a:gd name="T20" fmla="*/ 0 w 361"/>
                <a:gd name="T21" fmla="*/ 0 h 25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61" h="255">
                  <a:moveTo>
                    <a:pt x="0" y="0"/>
                  </a:moveTo>
                  <a:lnTo>
                    <a:pt x="361" y="0"/>
                  </a:lnTo>
                  <a:lnTo>
                    <a:pt x="361" y="255"/>
                  </a:lnTo>
                  <a:lnTo>
                    <a:pt x="336" y="255"/>
                  </a:lnTo>
                  <a:lnTo>
                    <a:pt x="336" y="27"/>
                  </a:lnTo>
                  <a:lnTo>
                    <a:pt x="188" y="27"/>
                  </a:lnTo>
                  <a:lnTo>
                    <a:pt x="188" y="232"/>
                  </a:lnTo>
                  <a:lnTo>
                    <a:pt x="164" y="232"/>
                  </a:lnTo>
                  <a:lnTo>
                    <a:pt x="164" y="27"/>
                  </a:lnTo>
                  <a:lnTo>
                    <a:pt x="0" y="2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14"/>
            <p:cNvSpPr>
              <a:spLocks noEditPoints="1"/>
            </p:cNvSpPr>
            <p:nvPr/>
          </p:nvSpPr>
          <p:spPr bwMode="blackWhite">
            <a:xfrm>
              <a:off x="1403350" y="3494088"/>
              <a:ext cx="573087" cy="466725"/>
            </a:xfrm>
            <a:custGeom>
              <a:avLst/>
              <a:gdLst>
                <a:gd name="T0" fmla="*/ 276225 w 361"/>
                <a:gd name="T1" fmla="*/ 42863 h 294"/>
                <a:gd name="T2" fmla="*/ 276225 w 361"/>
                <a:gd name="T3" fmla="*/ 236538 h 294"/>
                <a:gd name="T4" fmla="*/ 277812 w 361"/>
                <a:gd name="T5" fmla="*/ 276225 h 294"/>
                <a:gd name="T6" fmla="*/ 288925 w 361"/>
                <a:gd name="T7" fmla="*/ 311150 h 294"/>
                <a:gd name="T8" fmla="*/ 301625 w 361"/>
                <a:gd name="T9" fmla="*/ 342900 h 294"/>
                <a:gd name="T10" fmla="*/ 322262 w 361"/>
                <a:gd name="T11" fmla="*/ 366713 h 294"/>
                <a:gd name="T12" fmla="*/ 344487 w 361"/>
                <a:gd name="T13" fmla="*/ 387350 h 294"/>
                <a:gd name="T14" fmla="*/ 374650 w 361"/>
                <a:gd name="T15" fmla="*/ 398463 h 294"/>
                <a:gd name="T16" fmla="*/ 407987 w 361"/>
                <a:gd name="T17" fmla="*/ 403225 h 294"/>
                <a:gd name="T18" fmla="*/ 409575 w 361"/>
                <a:gd name="T19" fmla="*/ 403225 h 294"/>
                <a:gd name="T20" fmla="*/ 444500 w 361"/>
                <a:gd name="T21" fmla="*/ 398463 h 294"/>
                <a:gd name="T22" fmla="*/ 476250 w 361"/>
                <a:gd name="T23" fmla="*/ 384175 h 294"/>
                <a:gd name="T24" fmla="*/ 500062 w 361"/>
                <a:gd name="T25" fmla="*/ 360363 h 294"/>
                <a:gd name="T26" fmla="*/ 519112 w 361"/>
                <a:gd name="T27" fmla="*/ 327025 h 294"/>
                <a:gd name="T28" fmla="*/ 530225 w 361"/>
                <a:gd name="T29" fmla="*/ 285750 h 294"/>
                <a:gd name="T30" fmla="*/ 533400 w 361"/>
                <a:gd name="T31" fmla="*/ 238125 h 294"/>
                <a:gd name="T32" fmla="*/ 533400 w 361"/>
                <a:gd name="T33" fmla="*/ 42863 h 294"/>
                <a:gd name="T34" fmla="*/ 276225 w 361"/>
                <a:gd name="T35" fmla="*/ 42863 h 294"/>
                <a:gd name="T36" fmla="*/ 0 w 361"/>
                <a:gd name="T37" fmla="*/ 0 h 294"/>
                <a:gd name="T38" fmla="*/ 573087 w 361"/>
                <a:gd name="T39" fmla="*/ 0 h 294"/>
                <a:gd name="T40" fmla="*/ 573087 w 361"/>
                <a:gd name="T41" fmla="*/ 239713 h 294"/>
                <a:gd name="T42" fmla="*/ 569912 w 361"/>
                <a:gd name="T43" fmla="*/ 292100 h 294"/>
                <a:gd name="T44" fmla="*/ 558800 w 361"/>
                <a:gd name="T45" fmla="*/ 336550 h 294"/>
                <a:gd name="T46" fmla="*/ 539750 w 361"/>
                <a:gd name="T47" fmla="*/ 373063 h 294"/>
                <a:gd name="T48" fmla="*/ 515937 w 361"/>
                <a:gd name="T49" fmla="*/ 404813 h 294"/>
                <a:gd name="T50" fmla="*/ 485775 w 361"/>
                <a:gd name="T51" fmla="*/ 427038 h 294"/>
                <a:gd name="T52" fmla="*/ 450850 w 361"/>
                <a:gd name="T53" fmla="*/ 441325 h 294"/>
                <a:gd name="T54" fmla="*/ 411162 w 361"/>
                <a:gd name="T55" fmla="*/ 446088 h 294"/>
                <a:gd name="T56" fmla="*/ 409575 w 361"/>
                <a:gd name="T57" fmla="*/ 446088 h 294"/>
                <a:gd name="T58" fmla="*/ 369887 w 361"/>
                <a:gd name="T59" fmla="*/ 441325 h 294"/>
                <a:gd name="T60" fmla="*/ 336550 w 361"/>
                <a:gd name="T61" fmla="*/ 430213 h 294"/>
                <a:gd name="T62" fmla="*/ 309562 w 361"/>
                <a:gd name="T63" fmla="*/ 411163 h 294"/>
                <a:gd name="T64" fmla="*/ 284162 w 361"/>
                <a:gd name="T65" fmla="*/ 385763 h 294"/>
                <a:gd name="T66" fmla="*/ 265112 w 361"/>
                <a:gd name="T67" fmla="*/ 354013 h 294"/>
                <a:gd name="T68" fmla="*/ 254000 w 361"/>
                <a:gd name="T69" fmla="*/ 317500 h 294"/>
                <a:gd name="T70" fmla="*/ 244475 w 361"/>
                <a:gd name="T71" fmla="*/ 277813 h 294"/>
                <a:gd name="T72" fmla="*/ 0 w 361"/>
                <a:gd name="T73" fmla="*/ 466725 h 294"/>
                <a:gd name="T74" fmla="*/ 0 w 361"/>
                <a:gd name="T75" fmla="*/ 412750 h 294"/>
                <a:gd name="T76" fmla="*/ 236537 w 361"/>
                <a:gd name="T77" fmla="*/ 230188 h 294"/>
                <a:gd name="T78" fmla="*/ 236537 w 361"/>
                <a:gd name="T79" fmla="*/ 42863 h 294"/>
                <a:gd name="T80" fmla="*/ 0 w 361"/>
                <a:gd name="T81" fmla="*/ 42863 h 294"/>
                <a:gd name="T82" fmla="*/ 0 w 361"/>
                <a:gd name="T83" fmla="*/ 0 h 294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361" h="294">
                  <a:moveTo>
                    <a:pt x="174" y="27"/>
                  </a:moveTo>
                  <a:lnTo>
                    <a:pt x="174" y="149"/>
                  </a:lnTo>
                  <a:lnTo>
                    <a:pt x="175" y="174"/>
                  </a:lnTo>
                  <a:lnTo>
                    <a:pt x="182" y="196"/>
                  </a:lnTo>
                  <a:lnTo>
                    <a:pt x="190" y="216"/>
                  </a:lnTo>
                  <a:lnTo>
                    <a:pt x="203" y="231"/>
                  </a:lnTo>
                  <a:lnTo>
                    <a:pt x="217" y="244"/>
                  </a:lnTo>
                  <a:lnTo>
                    <a:pt x="236" y="251"/>
                  </a:lnTo>
                  <a:lnTo>
                    <a:pt x="257" y="254"/>
                  </a:lnTo>
                  <a:lnTo>
                    <a:pt x="258" y="254"/>
                  </a:lnTo>
                  <a:lnTo>
                    <a:pt x="280" y="251"/>
                  </a:lnTo>
                  <a:lnTo>
                    <a:pt x="300" y="242"/>
                  </a:lnTo>
                  <a:lnTo>
                    <a:pt x="315" y="227"/>
                  </a:lnTo>
                  <a:lnTo>
                    <a:pt x="327" y="206"/>
                  </a:lnTo>
                  <a:lnTo>
                    <a:pt x="334" y="180"/>
                  </a:lnTo>
                  <a:lnTo>
                    <a:pt x="336" y="150"/>
                  </a:lnTo>
                  <a:lnTo>
                    <a:pt x="336" y="27"/>
                  </a:lnTo>
                  <a:lnTo>
                    <a:pt x="174" y="27"/>
                  </a:lnTo>
                  <a:close/>
                  <a:moveTo>
                    <a:pt x="0" y="0"/>
                  </a:moveTo>
                  <a:lnTo>
                    <a:pt x="361" y="0"/>
                  </a:lnTo>
                  <a:lnTo>
                    <a:pt x="361" y="151"/>
                  </a:lnTo>
                  <a:lnTo>
                    <a:pt x="359" y="184"/>
                  </a:lnTo>
                  <a:lnTo>
                    <a:pt x="352" y="212"/>
                  </a:lnTo>
                  <a:lnTo>
                    <a:pt x="340" y="235"/>
                  </a:lnTo>
                  <a:lnTo>
                    <a:pt x="325" y="255"/>
                  </a:lnTo>
                  <a:lnTo>
                    <a:pt x="306" y="269"/>
                  </a:lnTo>
                  <a:lnTo>
                    <a:pt x="284" y="278"/>
                  </a:lnTo>
                  <a:lnTo>
                    <a:pt x="259" y="281"/>
                  </a:lnTo>
                  <a:lnTo>
                    <a:pt x="258" y="281"/>
                  </a:lnTo>
                  <a:lnTo>
                    <a:pt x="233" y="278"/>
                  </a:lnTo>
                  <a:lnTo>
                    <a:pt x="212" y="271"/>
                  </a:lnTo>
                  <a:lnTo>
                    <a:pt x="195" y="259"/>
                  </a:lnTo>
                  <a:lnTo>
                    <a:pt x="179" y="243"/>
                  </a:lnTo>
                  <a:lnTo>
                    <a:pt x="167" y="223"/>
                  </a:lnTo>
                  <a:lnTo>
                    <a:pt x="160" y="200"/>
                  </a:lnTo>
                  <a:lnTo>
                    <a:pt x="154" y="175"/>
                  </a:lnTo>
                  <a:lnTo>
                    <a:pt x="0" y="294"/>
                  </a:lnTo>
                  <a:lnTo>
                    <a:pt x="0" y="260"/>
                  </a:lnTo>
                  <a:lnTo>
                    <a:pt x="149" y="145"/>
                  </a:lnTo>
                  <a:lnTo>
                    <a:pt x="149" y="27"/>
                  </a:lnTo>
                  <a:lnTo>
                    <a:pt x="0" y="2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15"/>
            <p:cNvSpPr>
              <a:spLocks noEditPoints="1"/>
            </p:cNvSpPr>
            <p:nvPr/>
          </p:nvSpPr>
          <p:spPr bwMode="blackWhite">
            <a:xfrm>
              <a:off x="1403350" y="4116388"/>
              <a:ext cx="573087" cy="496888"/>
            </a:xfrm>
            <a:custGeom>
              <a:avLst/>
              <a:gdLst>
                <a:gd name="T0" fmla="*/ 39687 w 361"/>
                <a:gd name="T1" fmla="*/ 44450 h 313"/>
                <a:gd name="T2" fmla="*/ 39687 w 361"/>
                <a:gd name="T3" fmla="*/ 192088 h 313"/>
                <a:gd name="T4" fmla="*/ 42862 w 361"/>
                <a:gd name="T5" fmla="*/ 250825 h 313"/>
                <a:gd name="T6" fmla="*/ 57150 w 361"/>
                <a:gd name="T7" fmla="*/ 300038 h 313"/>
                <a:gd name="T8" fmla="*/ 80962 w 361"/>
                <a:gd name="T9" fmla="*/ 346075 h 313"/>
                <a:gd name="T10" fmla="*/ 109537 w 361"/>
                <a:gd name="T11" fmla="*/ 382588 h 313"/>
                <a:gd name="T12" fmla="*/ 147637 w 361"/>
                <a:gd name="T13" fmla="*/ 412750 h 313"/>
                <a:gd name="T14" fmla="*/ 188912 w 361"/>
                <a:gd name="T15" fmla="*/ 434975 h 313"/>
                <a:gd name="T16" fmla="*/ 234950 w 361"/>
                <a:gd name="T17" fmla="*/ 447675 h 313"/>
                <a:gd name="T18" fmla="*/ 284162 w 361"/>
                <a:gd name="T19" fmla="*/ 454025 h 313"/>
                <a:gd name="T20" fmla="*/ 287337 w 361"/>
                <a:gd name="T21" fmla="*/ 454025 h 313"/>
                <a:gd name="T22" fmla="*/ 336550 w 361"/>
                <a:gd name="T23" fmla="*/ 447675 h 313"/>
                <a:gd name="T24" fmla="*/ 382587 w 361"/>
                <a:gd name="T25" fmla="*/ 434975 h 313"/>
                <a:gd name="T26" fmla="*/ 425450 w 361"/>
                <a:gd name="T27" fmla="*/ 412750 h 313"/>
                <a:gd name="T28" fmla="*/ 461962 w 361"/>
                <a:gd name="T29" fmla="*/ 382588 h 313"/>
                <a:gd name="T30" fmla="*/ 492125 w 361"/>
                <a:gd name="T31" fmla="*/ 346075 h 313"/>
                <a:gd name="T32" fmla="*/ 515937 w 361"/>
                <a:gd name="T33" fmla="*/ 300038 h 313"/>
                <a:gd name="T34" fmla="*/ 530225 w 361"/>
                <a:gd name="T35" fmla="*/ 250825 h 313"/>
                <a:gd name="T36" fmla="*/ 533400 w 361"/>
                <a:gd name="T37" fmla="*/ 192088 h 313"/>
                <a:gd name="T38" fmla="*/ 533400 w 361"/>
                <a:gd name="T39" fmla="*/ 44450 h 313"/>
                <a:gd name="T40" fmla="*/ 39687 w 361"/>
                <a:gd name="T41" fmla="*/ 44450 h 313"/>
                <a:gd name="T42" fmla="*/ 0 w 361"/>
                <a:gd name="T43" fmla="*/ 0 h 313"/>
                <a:gd name="T44" fmla="*/ 573087 w 361"/>
                <a:gd name="T45" fmla="*/ 0 h 313"/>
                <a:gd name="T46" fmla="*/ 573087 w 361"/>
                <a:gd name="T47" fmla="*/ 192088 h 313"/>
                <a:gd name="T48" fmla="*/ 569912 w 361"/>
                <a:gd name="T49" fmla="*/ 250825 h 313"/>
                <a:gd name="T50" fmla="*/ 557212 w 361"/>
                <a:gd name="T51" fmla="*/ 304800 h 313"/>
                <a:gd name="T52" fmla="*/ 536575 w 361"/>
                <a:gd name="T53" fmla="*/ 352425 h 313"/>
                <a:gd name="T54" fmla="*/ 509587 w 361"/>
                <a:gd name="T55" fmla="*/ 393700 h 313"/>
                <a:gd name="T56" fmla="*/ 473075 w 361"/>
                <a:gd name="T57" fmla="*/ 428625 h 313"/>
                <a:gd name="T58" fmla="*/ 434975 w 361"/>
                <a:gd name="T59" fmla="*/ 457200 h 313"/>
                <a:gd name="T60" fmla="*/ 390525 w 361"/>
                <a:gd name="T61" fmla="*/ 479425 h 313"/>
                <a:gd name="T62" fmla="*/ 341312 w 361"/>
                <a:gd name="T63" fmla="*/ 493713 h 313"/>
                <a:gd name="T64" fmla="*/ 288925 w 361"/>
                <a:gd name="T65" fmla="*/ 496888 h 313"/>
                <a:gd name="T66" fmla="*/ 287337 w 361"/>
                <a:gd name="T67" fmla="*/ 496888 h 313"/>
                <a:gd name="T68" fmla="*/ 234950 w 361"/>
                <a:gd name="T69" fmla="*/ 493713 h 313"/>
                <a:gd name="T70" fmla="*/ 184150 w 361"/>
                <a:gd name="T71" fmla="*/ 479425 h 313"/>
                <a:gd name="T72" fmla="*/ 141287 w 361"/>
                <a:gd name="T73" fmla="*/ 457200 h 313"/>
                <a:gd name="T74" fmla="*/ 101600 w 361"/>
                <a:gd name="T75" fmla="*/ 428625 h 313"/>
                <a:gd name="T76" fmla="*/ 66675 w 361"/>
                <a:gd name="T77" fmla="*/ 393700 h 313"/>
                <a:gd name="T78" fmla="*/ 39687 w 361"/>
                <a:gd name="T79" fmla="*/ 352425 h 313"/>
                <a:gd name="T80" fmla="*/ 19050 w 361"/>
                <a:gd name="T81" fmla="*/ 304800 h 313"/>
                <a:gd name="T82" fmla="*/ 3175 w 361"/>
                <a:gd name="T83" fmla="*/ 250825 h 313"/>
                <a:gd name="T84" fmla="*/ 0 w 361"/>
                <a:gd name="T85" fmla="*/ 192088 h 313"/>
                <a:gd name="T86" fmla="*/ 0 w 361"/>
                <a:gd name="T87" fmla="*/ 0 h 313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61" h="313">
                  <a:moveTo>
                    <a:pt x="25" y="28"/>
                  </a:moveTo>
                  <a:lnTo>
                    <a:pt x="25" y="121"/>
                  </a:lnTo>
                  <a:lnTo>
                    <a:pt x="27" y="158"/>
                  </a:lnTo>
                  <a:lnTo>
                    <a:pt x="36" y="189"/>
                  </a:lnTo>
                  <a:lnTo>
                    <a:pt x="51" y="218"/>
                  </a:lnTo>
                  <a:lnTo>
                    <a:pt x="69" y="241"/>
                  </a:lnTo>
                  <a:lnTo>
                    <a:pt x="93" y="260"/>
                  </a:lnTo>
                  <a:lnTo>
                    <a:pt x="119" y="274"/>
                  </a:lnTo>
                  <a:lnTo>
                    <a:pt x="148" y="282"/>
                  </a:lnTo>
                  <a:lnTo>
                    <a:pt x="179" y="286"/>
                  </a:lnTo>
                  <a:lnTo>
                    <a:pt x="181" y="286"/>
                  </a:lnTo>
                  <a:lnTo>
                    <a:pt x="212" y="282"/>
                  </a:lnTo>
                  <a:lnTo>
                    <a:pt x="241" y="274"/>
                  </a:lnTo>
                  <a:lnTo>
                    <a:pt x="268" y="260"/>
                  </a:lnTo>
                  <a:lnTo>
                    <a:pt x="291" y="241"/>
                  </a:lnTo>
                  <a:lnTo>
                    <a:pt x="310" y="218"/>
                  </a:lnTo>
                  <a:lnTo>
                    <a:pt x="325" y="189"/>
                  </a:lnTo>
                  <a:lnTo>
                    <a:pt x="334" y="158"/>
                  </a:lnTo>
                  <a:lnTo>
                    <a:pt x="336" y="121"/>
                  </a:lnTo>
                  <a:lnTo>
                    <a:pt x="336" y="28"/>
                  </a:lnTo>
                  <a:lnTo>
                    <a:pt x="25" y="28"/>
                  </a:lnTo>
                  <a:close/>
                  <a:moveTo>
                    <a:pt x="0" y="0"/>
                  </a:moveTo>
                  <a:lnTo>
                    <a:pt x="361" y="0"/>
                  </a:lnTo>
                  <a:lnTo>
                    <a:pt x="361" y="121"/>
                  </a:lnTo>
                  <a:lnTo>
                    <a:pt x="359" y="158"/>
                  </a:lnTo>
                  <a:lnTo>
                    <a:pt x="351" y="192"/>
                  </a:lnTo>
                  <a:lnTo>
                    <a:pt x="338" y="222"/>
                  </a:lnTo>
                  <a:lnTo>
                    <a:pt x="321" y="248"/>
                  </a:lnTo>
                  <a:lnTo>
                    <a:pt x="298" y="270"/>
                  </a:lnTo>
                  <a:lnTo>
                    <a:pt x="274" y="288"/>
                  </a:lnTo>
                  <a:lnTo>
                    <a:pt x="246" y="302"/>
                  </a:lnTo>
                  <a:lnTo>
                    <a:pt x="215" y="311"/>
                  </a:lnTo>
                  <a:lnTo>
                    <a:pt x="182" y="313"/>
                  </a:lnTo>
                  <a:lnTo>
                    <a:pt x="181" y="313"/>
                  </a:lnTo>
                  <a:lnTo>
                    <a:pt x="148" y="311"/>
                  </a:lnTo>
                  <a:lnTo>
                    <a:pt x="116" y="302"/>
                  </a:lnTo>
                  <a:lnTo>
                    <a:pt x="89" y="288"/>
                  </a:lnTo>
                  <a:lnTo>
                    <a:pt x="64" y="270"/>
                  </a:lnTo>
                  <a:lnTo>
                    <a:pt x="42" y="248"/>
                  </a:lnTo>
                  <a:lnTo>
                    <a:pt x="25" y="222"/>
                  </a:lnTo>
                  <a:lnTo>
                    <a:pt x="12" y="192"/>
                  </a:lnTo>
                  <a:lnTo>
                    <a:pt x="2" y="158"/>
                  </a:lnTo>
                  <a:lnTo>
                    <a:pt x="0" y="12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16"/>
            <p:cNvSpPr>
              <a:spLocks/>
            </p:cNvSpPr>
            <p:nvPr/>
          </p:nvSpPr>
          <p:spPr bwMode="blackWhite">
            <a:xfrm>
              <a:off x="1403350" y="4748213"/>
              <a:ext cx="573087" cy="454025"/>
            </a:xfrm>
            <a:custGeom>
              <a:avLst/>
              <a:gdLst>
                <a:gd name="T0" fmla="*/ 0 w 361"/>
                <a:gd name="T1" fmla="*/ 0 h 286"/>
                <a:gd name="T2" fmla="*/ 573087 w 361"/>
                <a:gd name="T3" fmla="*/ 0 h 286"/>
                <a:gd name="T4" fmla="*/ 573087 w 361"/>
                <a:gd name="T5" fmla="*/ 44450 h 286"/>
                <a:gd name="T6" fmla="*/ 307975 w 361"/>
                <a:gd name="T7" fmla="*/ 44450 h 286"/>
                <a:gd name="T8" fmla="*/ 307975 w 361"/>
                <a:gd name="T9" fmla="*/ 409575 h 286"/>
                <a:gd name="T10" fmla="*/ 573087 w 361"/>
                <a:gd name="T11" fmla="*/ 409575 h 286"/>
                <a:gd name="T12" fmla="*/ 573087 w 361"/>
                <a:gd name="T13" fmla="*/ 454025 h 286"/>
                <a:gd name="T14" fmla="*/ 0 w 361"/>
                <a:gd name="T15" fmla="*/ 454025 h 286"/>
                <a:gd name="T16" fmla="*/ 0 w 361"/>
                <a:gd name="T17" fmla="*/ 409575 h 286"/>
                <a:gd name="T18" fmla="*/ 268287 w 361"/>
                <a:gd name="T19" fmla="*/ 409575 h 286"/>
                <a:gd name="T20" fmla="*/ 268287 w 361"/>
                <a:gd name="T21" fmla="*/ 44450 h 286"/>
                <a:gd name="T22" fmla="*/ 0 w 361"/>
                <a:gd name="T23" fmla="*/ 44450 h 286"/>
                <a:gd name="T24" fmla="*/ 0 w 361"/>
                <a:gd name="T25" fmla="*/ 0 h 28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61" h="286">
                  <a:moveTo>
                    <a:pt x="0" y="0"/>
                  </a:moveTo>
                  <a:lnTo>
                    <a:pt x="361" y="0"/>
                  </a:lnTo>
                  <a:lnTo>
                    <a:pt x="361" y="28"/>
                  </a:lnTo>
                  <a:lnTo>
                    <a:pt x="194" y="28"/>
                  </a:lnTo>
                  <a:lnTo>
                    <a:pt x="194" y="258"/>
                  </a:lnTo>
                  <a:lnTo>
                    <a:pt x="361" y="258"/>
                  </a:lnTo>
                  <a:lnTo>
                    <a:pt x="361" y="286"/>
                  </a:lnTo>
                  <a:lnTo>
                    <a:pt x="0" y="286"/>
                  </a:lnTo>
                  <a:lnTo>
                    <a:pt x="0" y="258"/>
                  </a:lnTo>
                  <a:lnTo>
                    <a:pt x="169" y="258"/>
                  </a:lnTo>
                  <a:lnTo>
                    <a:pt x="169" y="28"/>
                  </a:lnTo>
                  <a:lnTo>
                    <a:pt x="0" y="2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17"/>
            <p:cNvSpPr>
              <a:spLocks noEditPoints="1"/>
            </p:cNvSpPr>
            <p:nvPr/>
          </p:nvSpPr>
          <p:spPr bwMode="blackWhite">
            <a:xfrm>
              <a:off x="1403350" y="5314950"/>
              <a:ext cx="577850" cy="574675"/>
            </a:xfrm>
            <a:custGeom>
              <a:avLst/>
              <a:gdLst>
                <a:gd name="T0" fmla="*/ 200025 w 364"/>
                <a:gd name="T1" fmla="*/ 134938 h 362"/>
                <a:gd name="T2" fmla="*/ 200025 w 364"/>
                <a:gd name="T3" fmla="*/ 438150 h 362"/>
                <a:gd name="T4" fmla="*/ 531813 w 364"/>
                <a:gd name="T5" fmla="*/ 285750 h 362"/>
                <a:gd name="T6" fmla="*/ 200025 w 364"/>
                <a:gd name="T7" fmla="*/ 134938 h 362"/>
                <a:gd name="T8" fmla="*/ 0 w 364"/>
                <a:gd name="T9" fmla="*/ 0 h 362"/>
                <a:gd name="T10" fmla="*/ 577850 w 364"/>
                <a:gd name="T11" fmla="*/ 268288 h 362"/>
                <a:gd name="T12" fmla="*/ 577850 w 364"/>
                <a:gd name="T13" fmla="*/ 306388 h 362"/>
                <a:gd name="T14" fmla="*/ 0 w 364"/>
                <a:gd name="T15" fmla="*/ 574675 h 362"/>
                <a:gd name="T16" fmla="*/ 0 w 364"/>
                <a:gd name="T17" fmla="*/ 530225 h 362"/>
                <a:gd name="T18" fmla="*/ 160338 w 364"/>
                <a:gd name="T19" fmla="*/ 454025 h 362"/>
                <a:gd name="T20" fmla="*/ 160338 w 364"/>
                <a:gd name="T21" fmla="*/ 115888 h 362"/>
                <a:gd name="T22" fmla="*/ 0 w 364"/>
                <a:gd name="T23" fmla="*/ 42863 h 362"/>
                <a:gd name="T24" fmla="*/ 0 w 364"/>
                <a:gd name="T25" fmla="*/ 0 h 36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64" h="362">
                  <a:moveTo>
                    <a:pt x="126" y="85"/>
                  </a:moveTo>
                  <a:lnTo>
                    <a:pt x="126" y="276"/>
                  </a:lnTo>
                  <a:lnTo>
                    <a:pt x="335" y="180"/>
                  </a:lnTo>
                  <a:lnTo>
                    <a:pt x="126" y="85"/>
                  </a:lnTo>
                  <a:close/>
                  <a:moveTo>
                    <a:pt x="0" y="0"/>
                  </a:moveTo>
                  <a:lnTo>
                    <a:pt x="364" y="169"/>
                  </a:lnTo>
                  <a:lnTo>
                    <a:pt x="364" y="193"/>
                  </a:lnTo>
                  <a:lnTo>
                    <a:pt x="0" y="362"/>
                  </a:lnTo>
                  <a:lnTo>
                    <a:pt x="0" y="334"/>
                  </a:lnTo>
                  <a:lnTo>
                    <a:pt x="101" y="286"/>
                  </a:lnTo>
                  <a:lnTo>
                    <a:pt x="101" y="73"/>
                  </a:lnTo>
                  <a:lnTo>
                    <a:pt x="0" y="2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18"/>
            <p:cNvSpPr>
              <a:spLocks/>
            </p:cNvSpPr>
            <p:nvPr/>
          </p:nvSpPr>
          <p:spPr bwMode="blackWhite">
            <a:xfrm>
              <a:off x="1403350" y="6000750"/>
              <a:ext cx="573087" cy="539750"/>
            </a:xfrm>
            <a:custGeom>
              <a:avLst/>
              <a:gdLst>
                <a:gd name="T0" fmla="*/ 0 w 361"/>
                <a:gd name="T1" fmla="*/ 0 h 340"/>
                <a:gd name="T2" fmla="*/ 573087 w 361"/>
                <a:gd name="T3" fmla="*/ 0 h 340"/>
                <a:gd name="T4" fmla="*/ 573087 w 361"/>
                <a:gd name="T5" fmla="*/ 39688 h 340"/>
                <a:gd name="T6" fmla="*/ 234950 w 361"/>
                <a:gd name="T7" fmla="*/ 269875 h 340"/>
                <a:gd name="T8" fmla="*/ 573087 w 361"/>
                <a:gd name="T9" fmla="*/ 500063 h 340"/>
                <a:gd name="T10" fmla="*/ 573087 w 361"/>
                <a:gd name="T11" fmla="*/ 539750 h 340"/>
                <a:gd name="T12" fmla="*/ 0 w 361"/>
                <a:gd name="T13" fmla="*/ 539750 h 340"/>
                <a:gd name="T14" fmla="*/ 0 w 361"/>
                <a:gd name="T15" fmla="*/ 498475 h 340"/>
                <a:gd name="T16" fmla="*/ 498475 w 361"/>
                <a:gd name="T17" fmla="*/ 498475 h 340"/>
                <a:gd name="T18" fmla="*/ 168275 w 361"/>
                <a:gd name="T19" fmla="*/ 271463 h 340"/>
                <a:gd name="T20" fmla="*/ 168275 w 361"/>
                <a:gd name="T21" fmla="*/ 268288 h 340"/>
                <a:gd name="T22" fmla="*/ 498475 w 361"/>
                <a:gd name="T23" fmla="*/ 41275 h 340"/>
                <a:gd name="T24" fmla="*/ 0 w 361"/>
                <a:gd name="T25" fmla="*/ 41275 h 340"/>
                <a:gd name="T26" fmla="*/ 0 w 361"/>
                <a:gd name="T27" fmla="*/ 0 h 34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61" h="340">
                  <a:moveTo>
                    <a:pt x="0" y="0"/>
                  </a:moveTo>
                  <a:lnTo>
                    <a:pt x="361" y="0"/>
                  </a:lnTo>
                  <a:lnTo>
                    <a:pt x="361" y="25"/>
                  </a:lnTo>
                  <a:lnTo>
                    <a:pt x="148" y="170"/>
                  </a:lnTo>
                  <a:lnTo>
                    <a:pt x="361" y="315"/>
                  </a:lnTo>
                  <a:lnTo>
                    <a:pt x="361" y="340"/>
                  </a:lnTo>
                  <a:lnTo>
                    <a:pt x="0" y="340"/>
                  </a:lnTo>
                  <a:lnTo>
                    <a:pt x="0" y="314"/>
                  </a:lnTo>
                  <a:lnTo>
                    <a:pt x="314" y="314"/>
                  </a:lnTo>
                  <a:lnTo>
                    <a:pt x="106" y="171"/>
                  </a:lnTo>
                  <a:lnTo>
                    <a:pt x="106" y="169"/>
                  </a:lnTo>
                  <a:lnTo>
                    <a:pt x="314" y="26"/>
                  </a:lnTo>
                  <a:lnTo>
                    <a:pt x="0" y="2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9" name="Rectangle 4"/>
          <p:cNvSpPr>
            <a:spLocks noChangeArrowheads="1"/>
          </p:cNvSpPr>
          <p:nvPr userDrawn="1"/>
        </p:nvSpPr>
        <p:spPr bwMode="blackWhite">
          <a:xfrm>
            <a:off x="431801" y="1989721"/>
            <a:ext cx="3419475" cy="4048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81636" tIns="40818" rIns="81636" bIns="40818" anchor="ctr"/>
          <a:lstStyle/>
          <a:p>
            <a:endParaRPr lang="en-US"/>
          </a:p>
        </p:txBody>
      </p:sp>
      <p:grpSp>
        <p:nvGrpSpPr>
          <p:cNvPr id="40" name="Group 7"/>
          <p:cNvGrpSpPr>
            <a:grpSpLocks/>
          </p:cNvGrpSpPr>
          <p:nvPr userDrawn="1"/>
        </p:nvGrpSpPr>
        <p:grpSpPr bwMode="auto">
          <a:xfrm>
            <a:off x="5668169" y="0"/>
            <a:ext cx="1669256" cy="5143500"/>
            <a:chOff x="2178" y="0"/>
            <a:chExt cx="1402" cy="4320"/>
          </a:xfrm>
        </p:grpSpPr>
        <p:sp>
          <p:nvSpPr>
            <p:cNvPr id="41" name="Freeform 5"/>
            <p:cNvSpPr>
              <a:spLocks/>
            </p:cNvSpPr>
            <p:nvPr/>
          </p:nvSpPr>
          <p:spPr bwMode="white">
            <a:xfrm>
              <a:off x="2288" y="0"/>
              <a:ext cx="1292" cy="1846"/>
            </a:xfrm>
            <a:custGeom>
              <a:avLst/>
              <a:gdLst>
                <a:gd name="T0" fmla="*/ 654050 w 1292"/>
                <a:gd name="T1" fmla="*/ 0 h 1846"/>
                <a:gd name="T2" fmla="*/ 693738 w 1292"/>
                <a:gd name="T3" fmla="*/ 39688 h 1846"/>
                <a:gd name="T4" fmla="*/ 855663 w 1292"/>
                <a:gd name="T5" fmla="*/ 212725 h 1846"/>
                <a:gd name="T6" fmla="*/ 1008063 w 1292"/>
                <a:gd name="T7" fmla="*/ 388938 h 1846"/>
                <a:gd name="T8" fmla="*/ 1150938 w 1292"/>
                <a:gd name="T9" fmla="*/ 573088 h 1846"/>
                <a:gd name="T10" fmla="*/ 1284288 w 1292"/>
                <a:gd name="T11" fmla="*/ 765175 h 1846"/>
                <a:gd name="T12" fmla="*/ 1409700 w 1292"/>
                <a:gd name="T13" fmla="*/ 960438 h 1846"/>
                <a:gd name="T14" fmla="*/ 1522413 w 1292"/>
                <a:gd name="T15" fmla="*/ 1162050 h 1846"/>
                <a:gd name="T16" fmla="*/ 1625600 w 1292"/>
                <a:gd name="T17" fmla="*/ 1370013 h 1846"/>
                <a:gd name="T18" fmla="*/ 1719263 w 1292"/>
                <a:gd name="T19" fmla="*/ 1581150 h 1846"/>
                <a:gd name="T20" fmla="*/ 1800225 w 1292"/>
                <a:gd name="T21" fmla="*/ 1797050 h 1846"/>
                <a:gd name="T22" fmla="*/ 1873250 w 1292"/>
                <a:gd name="T23" fmla="*/ 2017713 h 1846"/>
                <a:gd name="T24" fmla="*/ 1933575 w 1292"/>
                <a:gd name="T25" fmla="*/ 2239963 h 1846"/>
                <a:gd name="T26" fmla="*/ 1984375 w 1292"/>
                <a:gd name="T27" fmla="*/ 2466975 h 1846"/>
                <a:gd name="T28" fmla="*/ 2024063 w 1292"/>
                <a:gd name="T29" fmla="*/ 2697163 h 1846"/>
                <a:gd name="T30" fmla="*/ 2051050 w 1292"/>
                <a:gd name="T31" fmla="*/ 2930525 h 1846"/>
                <a:gd name="T32" fmla="*/ 1624013 w 1292"/>
                <a:gd name="T33" fmla="*/ 2930525 h 1846"/>
                <a:gd name="T34" fmla="*/ 1592263 w 1292"/>
                <a:gd name="T35" fmla="*/ 2695575 h 1846"/>
                <a:gd name="T36" fmla="*/ 1549400 w 1292"/>
                <a:gd name="T37" fmla="*/ 2466975 h 1846"/>
                <a:gd name="T38" fmla="*/ 1492250 w 1292"/>
                <a:gd name="T39" fmla="*/ 2239963 h 1846"/>
                <a:gd name="T40" fmla="*/ 1425575 w 1292"/>
                <a:gd name="T41" fmla="*/ 2019300 h 1846"/>
                <a:gd name="T42" fmla="*/ 1346200 w 1292"/>
                <a:gd name="T43" fmla="*/ 1803400 h 1846"/>
                <a:gd name="T44" fmla="*/ 1257300 w 1292"/>
                <a:gd name="T45" fmla="*/ 1592263 h 1846"/>
                <a:gd name="T46" fmla="*/ 1155700 w 1292"/>
                <a:gd name="T47" fmla="*/ 1387475 h 1846"/>
                <a:gd name="T48" fmla="*/ 1042988 w 1292"/>
                <a:gd name="T49" fmla="*/ 1189038 h 1846"/>
                <a:gd name="T50" fmla="*/ 922338 w 1292"/>
                <a:gd name="T51" fmla="*/ 996950 h 1846"/>
                <a:gd name="T52" fmla="*/ 790575 w 1292"/>
                <a:gd name="T53" fmla="*/ 812800 h 1846"/>
                <a:gd name="T54" fmla="*/ 649288 w 1292"/>
                <a:gd name="T55" fmla="*/ 633413 h 1846"/>
                <a:gd name="T56" fmla="*/ 500063 w 1292"/>
                <a:gd name="T57" fmla="*/ 463550 h 1846"/>
                <a:gd name="T58" fmla="*/ 341313 w 1292"/>
                <a:gd name="T59" fmla="*/ 301625 h 1846"/>
                <a:gd name="T60" fmla="*/ 174625 w 1292"/>
                <a:gd name="T61" fmla="*/ 146050 h 1846"/>
                <a:gd name="T62" fmla="*/ 0 w 1292"/>
                <a:gd name="T63" fmla="*/ 0 h 1846"/>
                <a:gd name="T64" fmla="*/ 654050 w 1292"/>
                <a:gd name="T65" fmla="*/ 0 h 184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292" h="1846">
                  <a:moveTo>
                    <a:pt x="412" y="0"/>
                  </a:moveTo>
                  <a:lnTo>
                    <a:pt x="437" y="25"/>
                  </a:lnTo>
                  <a:lnTo>
                    <a:pt x="539" y="134"/>
                  </a:lnTo>
                  <a:lnTo>
                    <a:pt x="635" y="245"/>
                  </a:lnTo>
                  <a:lnTo>
                    <a:pt x="725" y="361"/>
                  </a:lnTo>
                  <a:lnTo>
                    <a:pt x="809" y="482"/>
                  </a:lnTo>
                  <a:lnTo>
                    <a:pt x="888" y="605"/>
                  </a:lnTo>
                  <a:lnTo>
                    <a:pt x="959" y="732"/>
                  </a:lnTo>
                  <a:lnTo>
                    <a:pt x="1024" y="863"/>
                  </a:lnTo>
                  <a:lnTo>
                    <a:pt x="1083" y="996"/>
                  </a:lnTo>
                  <a:lnTo>
                    <a:pt x="1134" y="1132"/>
                  </a:lnTo>
                  <a:lnTo>
                    <a:pt x="1180" y="1271"/>
                  </a:lnTo>
                  <a:lnTo>
                    <a:pt x="1218" y="1411"/>
                  </a:lnTo>
                  <a:lnTo>
                    <a:pt x="1250" y="1554"/>
                  </a:lnTo>
                  <a:lnTo>
                    <a:pt x="1275" y="1699"/>
                  </a:lnTo>
                  <a:lnTo>
                    <a:pt x="1292" y="1846"/>
                  </a:lnTo>
                  <a:lnTo>
                    <a:pt x="1023" y="1846"/>
                  </a:lnTo>
                  <a:lnTo>
                    <a:pt x="1003" y="1698"/>
                  </a:lnTo>
                  <a:lnTo>
                    <a:pt x="976" y="1554"/>
                  </a:lnTo>
                  <a:lnTo>
                    <a:pt x="940" y="1411"/>
                  </a:lnTo>
                  <a:lnTo>
                    <a:pt x="898" y="1272"/>
                  </a:lnTo>
                  <a:lnTo>
                    <a:pt x="848" y="1136"/>
                  </a:lnTo>
                  <a:lnTo>
                    <a:pt x="792" y="1003"/>
                  </a:lnTo>
                  <a:lnTo>
                    <a:pt x="728" y="874"/>
                  </a:lnTo>
                  <a:lnTo>
                    <a:pt x="657" y="749"/>
                  </a:lnTo>
                  <a:lnTo>
                    <a:pt x="581" y="628"/>
                  </a:lnTo>
                  <a:lnTo>
                    <a:pt x="498" y="512"/>
                  </a:lnTo>
                  <a:lnTo>
                    <a:pt x="409" y="399"/>
                  </a:lnTo>
                  <a:lnTo>
                    <a:pt x="315" y="292"/>
                  </a:lnTo>
                  <a:lnTo>
                    <a:pt x="215" y="190"/>
                  </a:lnTo>
                  <a:lnTo>
                    <a:pt x="110" y="92"/>
                  </a:lnTo>
                  <a:lnTo>
                    <a:pt x="0" y="0"/>
                  </a:lnTo>
                  <a:lnTo>
                    <a:pt x="412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6"/>
            <p:cNvSpPr>
              <a:spLocks/>
            </p:cNvSpPr>
            <p:nvPr/>
          </p:nvSpPr>
          <p:spPr bwMode="white">
            <a:xfrm>
              <a:off x="2178" y="2392"/>
              <a:ext cx="1402" cy="1928"/>
            </a:xfrm>
            <a:custGeom>
              <a:avLst/>
              <a:gdLst>
                <a:gd name="T0" fmla="*/ 1798638 w 1402"/>
                <a:gd name="T1" fmla="*/ 0 h 1928"/>
                <a:gd name="T2" fmla="*/ 2225675 w 1402"/>
                <a:gd name="T3" fmla="*/ 0 h 1928"/>
                <a:gd name="T4" fmla="*/ 2198688 w 1402"/>
                <a:gd name="T5" fmla="*/ 231775 h 1928"/>
                <a:gd name="T6" fmla="*/ 2159000 w 1402"/>
                <a:gd name="T7" fmla="*/ 463550 h 1928"/>
                <a:gd name="T8" fmla="*/ 2108200 w 1402"/>
                <a:gd name="T9" fmla="*/ 688975 h 1928"/>
                <a:gd name="T10" fmla="*/ 2047875 w 1402"/>
                <a:gd name="T11" fmla="*/ 911225 h 1928"/>
                <a:gd name="T12" fmla="*/ 1974850 w 1402"/>
                <a:gd name="T13" fmla="*/ 1131888 h 1928"/>
                <a:gd name="T14" fmla="*/ 1893888 w 1402"/>
                <a:gd name="T15" fmla="*/ 1347788 h 1928"/>
                <a:gd name="T16" fmla="*/ 1800225 w 1402"/>
                <a:gd name="T17" fmla="*/ 1560513 h 1928"/>
                <a:gd name="T18" fmla="*/ 1697038 w 1402"/>
                <a:gd name="T19" fmla="*/ 1768475 h 1928"/>
                <a:gd name="T20" fmla="*/ 1584325 w 1402"/>
                <a:gd name="T21" fmla="*/ 1970088 h 1928"/>
                <a:gd name="T22" fmla="*/ 1458913 w 1402"/>
                <a:gd name="T23" fmla="*/ 2165350 h 1928"/>
                <a:gd name="T24" fmla="*/ 1325563 w 1402"/>
                <a:gd name="T25" fmla="*/ 2355850 h 1928"/>
                <a:gd name="T26" fmla="*/ 1182688 w 1402"/>
                <a:gd name="T27" fmla="*/ 2541588 h 1928"/>
                <a:gd name="T28" fmla="*/ 1030288 w 1402"/>
                <a:gd name="T29" fmla="*/ 2717800 h 1928"/>
                <a:gd name="T30" fmla="*/ 868363 w 1402"/>
                <a:gd name="T31" fmla="*/ 2890838 h 1928"/>
                <a:gd name="T32" fmla="*/ 781050 w 1402"/>
                <a:gd name="T33" fmla="*/ 2974975 h 1928"/>
                <a:gd name="T34" fmla="*/ 688975 w 1402"/>
                <a:gd name="T35" fmla="*/ 3060700 h 1928"/>
                <a:gd name="T36" fmla="*/ 0 w 1402"/>
                <a:gd name="T37" fmla="*/ 3060700 h 1928"/>
                <a:gd name="T38" fmla="*/ 180975 w 1402"/>
                <a:gd name="T39" fmla="*/ 2924175 h 1928"/>
                <a:gd name="T40" fmla="*/ 355600 w 1402"/>
                <a:gd name="T41" fmla="*/ 2778125 h 1928"/>
                <a:gd name="T42" fmla="*/ 520700 w 1402"/>
                <a:gd name="T43" fmla="*/ 2624138 h 1928"/>
                <a:gd name="T44" fmla="*/ 677863 w 1402"/>
                <a:gd name="T45" fmla="*/ 2462213 h 1928"/>
                <a:gd name="T46" fmla="*/ 828675 w 1402"/>
                <a:gd name="T47" fmla="*/ 2292350 h 1928"/>
                <a:gd name="T48" fmla="*/ 968375 w 1402"/>
                <a:gd name="T49" fmla="*/ 2114550 h 1928"/>
                <a:gd name="T50" fmla="*/ 1098550 w 1402"/>
                <a:gd name="T51" fmla="*/ 1928813 h 1928"/>
                <a:gd name="T52" fmla="*/ 1219200 w 1402"/>
                <a:gd name="T53" fmla="*/ 1736725 h 1928"/>
                <a:gd name="T54" fmla="*/ 1331913 w 1402"/>
                <a:gd name="T55" fmla="*/ 1539875 h 1928"/>
                <a:gd name="T56" fmla="*/ 1431925 w 1402"/>
                <a:gd name="T57" fmla="*/ 1333500 h 1928"/>
                <a:gd name="T58" fmla="*/ 1520825 w 1402"/>
                <a:gd name="T59" fmla="*/ 1123950 h 1928"/>
                <a:gd name="T60" fmla="*/ 1600200 w 1402"/>
                <a:gd name="T61" fmla="*/ 908050 h 1928"/>
                <a:gd name="T62" fmla="*/ 1670050 w 1402"/>
                <a:gd name="T63" fmla="*/ 687388 h 1928"/>
                <a:gd name="T64" fmla="*/ 1724025 w 1402"/>
                <a:gd name="T65" fmla="*/ 463550 h 1928"/>
                <a:gd name="T66" fmla="*/ 1766888 w 1402"/>
                <a:gd name="T67" fmla="*/ 234950 h 1928"/>
                <a:gd name="T68" fmla="*/ 1798638 w 1402"/>
                <a:gd name="T69" fmla="*/ 0 h 1928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1402" h="1928">
                  <a:moveTo>
                    <a:pt x="1133" y="0"/>
                  </a:moveTo>
                  <a:lnTo>
                    <a:pt x="1402" y="0"/>
                  </a:lnTo>
                  <a:lnTo>
                    <a:pt x="1385" y="146"/>
                  </a:lnTo>
                  <a:lnTo>
                    <a:pt x="1360" y="292"/>
                  </a:lnTo>
                  <a:lnTo>
                    <a:pt x="1328" y="434"/>
                  </a:lnTo>
                  <a:lnTo>
                    <a:pt x="1290" y="574"/>
                  </a:lnTo>
                  <a:lnTo>
                    <a:pt x="1244" y="713"/>
                  </a:lnTo>
                  <a:lnTo>
                    <a:pt x="1193" y="849"/>
                  </a:lnTo>
                  <a:lnTo>
                    <a:pt x="1134" y="983"/>
                  </a:lnTo>
                  <a:lnTo>
                    <a:pt x="1069" y="1114"/>
                  </a:lnTo>
                  <a:lnTo>
                    <a:pt x="998" y="1241"/>
                  </a:lnTo>
                  <a:lnTo>
                    <a:pt x="919" y="1364"/>
                  </a:lnTo>
                  <a:lnTo>
                    <a:pt x="835" y="1484"/>
                  </a:lnTo>
                  <a:lnTo>
                    <a:pt x="745" y="1601"/>
                  </a:lnTo>
                  <a:lnTo>
                    <a:pt x="649" y="1712"/>
                  </a:lnTo>
                  <a:lnTo>
                    <a:pt x="547" y="1821"/>
                  </a:lnTo>
                  <a:lnTo>
                    <a:pt x="492" y="1874"/>
                  </a:lnTo>
                  <a:lnTo>
                    <a:pt x="434" y="1928"/>
                  </a:lnTo>
                  <a:lnTo>
                    <a:pt x="0" y="1928"/>
                  </a:lnTo>
                  <a:lnTo>
                    <a:pt x="114" y="1842"/>
                  </a:lnTo>
                  <a:lnTo>
                    <a:pt x="224" y="1750"/>
                  </a:lnTo>
                  <a:lnTo>
                    <a:pt x="328" y="1653"/>
                  </a:lnTo>
                  <a:lnTo>
                    <a:pt x="427" y="1551"/>
                  </a:lnTo>
                  <a:lnTo>
                    <a:pt x="522" y="1444"/>
                  </a:lnTo>
                  <a:lnTo>
                    <a:pt x="610" y="1332"/>
                  </a:lnTo>
                  <a:lnTo>
                    <a:pt x="692" y="1215"/>
                  </a:lnTo>
                  <a:lnTo>
                    <a:pt x="768" y="1094"/>
                  </a:lnTo>
                  <a:lnTo>
                    <a:pt x="839" y="970"/>
                  </a:lnTo>
                  <a:lnTo>
                    <a:pt x="902" y="840"/>
                  </a:lnTo>
                  <a:lnTo>
                    <a:pt x="958" y="708"/>
                  </a:lnTo>
                  <a:lnTo>
                    <a:pt x="1008" y="572"/>
                  </a:lnTo>
                  <a:lnTo>
                    <a:pt x="1052" y="433"/>
                  </a:lnTo>
                  <a:lnTo>
                    <a:pt x="1086" y="292"/>
                  </a:lnTo>
                  <a:lnTo>
                    <a:pt x="1113" y="148"/>
                  </a:lnTo>
                  <a:lnTo>
                    <a:pt x="1133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39679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31801" y="1617821"/>
            <a:ext cx="6376987" cy="1092994"/>
          </a:xfrm>
          <a:prstGeom prst="rect">
            <a:avLst/>
          </a:prstGeom>
        </p:spPr>
        <p:txBody>
          <a:bodyPr lIns="67501" tIns="33751" rIns="67501" bIns="33751"/>
          <a:lstStyle>
            <a:lvl1pPr marL="0" inden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Max Fordham bullet" pitchFamily="2" charset="0"/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Section Subtitle</a:t>
            </a:r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431801" y="396427"/>
            <a:ext cx="5580063" cy="1198630"/>
          </a:xfrm>
        </p:spPr>
        <p:txBody>
          <a:bodyPr/>
          <a:lstStyle>
            <a:lvl1pPr>
              <a:defRPr sz="43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</a:t>
            </a:r>
            <a:br>
              <a:rPr lang="en-US" dirty="0"/>
            </a:br>
            <a:r>
              <a:rPr lang="en-US" dirty="0"/>
              <a:t>SECTION TITLE</a:t>
            </a:r>
          </a:p>
        </p:txBody>
      </p:sp>
      <p:sp>
        <p:nvSpPr>
          <p:cNvPr id="19" name="Rectangle 4"/>
          <p:cNvSpPr>
            <a:spLocks noChangeArrowheads="1"/>
          </p:cNvSpPr>
          <p:nvPr userDrawn="1"/>
        </p:nvSpPr>
        <p:spPr bwMode="blackWhite">
          <a:xfrm>
            <a:off x="431801" y="1600200"/>
            <a:ext cx="3419475" cy="40481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81636" tIns="40818" rIns="81636" bIns="40818" anchor="ctr"/>
          <a:lstStyle/>
          <a:p>
            <a:endParaRPr lang="en-US"/>
          </a:p>
        </p:txBody>
      </p:sp>
      <p:grpSp>
        <p:nvGrpSpPr>
          <p:cNvPr id="25" name="Group 19"/>
          <p:cNvGrpSpPr>
            <a:grpSpLocks/>
          </p:cNvGrpSpPr>
          <p:nvPr userDrawn="1"/>
        </p:nvGrpSpPr>
        <p:grpSpPr bwMode="auto">
          <a:xfrm>
            <a:off x="8485214" y="249974"/>
            <a:ext cx="286984" cy="3141332"/>
            <a:chOff x="1392238" y="176213"/>
            <a:chExt cx="595312" cy="6364287"/>
          </a:xfrm>
          <a:solidFill>
            <a:schemeClr val="tx1"/>
          </a:solidFill>
        </p:grpSpPr>
        <p:sp>
          <p:nvSpPr>
            <p:cNvPr id="26" name="Freeform 6"/>
            <p:cNvSpPr>
              <a:spLocks/>
            </p:cNvSpPr>
            <p:nvPr/>
          </p:nvSpPr>
          <p:spPr bwMode="blackWhite">
            <a:xfrm>
              <a:off x="1392238" y="2765425"/>
              <a:ext cx="279400" cy="276225"/>
            </a:xfrm>
            <a:custGeom>
              <a:avLst/>
              <a:gdLst>
                <a:gd name="T0" fmla="*/ 279400 w 176"/>
                <a:gd name="T1" fmla="*/ 0 h 174"/>
                <a:gd name="T2" fmla="*/ 279400 w 176"/>
                <a:gd name="T3" fmla="*/ 41275 h 174"/>
                <a:gd name="T4" fmla="*/ 227013 w 176"/>
                <a:gd name="T5" fmla="*/ 50800 h 174"/>
                <a:gd name="T6" fmla="*/ 177800 w 176"/>
                <a:gd name="T7" fmla="*/ 71438 h 174"/>
                <a:gd name="T8" fmla="*/ 134938 w 176"/>
                <a:gd name="T9" fmla="*/ 98425 h 174"/>
                <a:gd name="T10" fmla="*/ 100013 w 176"/>
                <a:gd name="T11" fmla="*/ 134938 h 174"/>
                <a:gd name="T12" fmla="*/ 71438 w 176"/>
                <a:gd name="T13" fmla="*/ 177800 h 174"/>
                <a:gd name="T14" fmla="*/ 50800 w 176"/>
                <a:gd name="T15" fmla="*/ 225425 h 174"/>
                <a:gd name="T16" fmla="*/ 41275 w 176"/>
                <a:gd name="T17" fmla="*/ 276225 h 174"/>
                <a:gd name="T18" fmla="*/ 0 w 176"/>
                <a:gd name="T19" fmla="*/ 276225 h 174"/>
                <a:gd name="T20" fmla="*/ 11113 w 176"/>
                <a:gd name="T21" fmla="*/ 222250 h 174"/>
                <a:gd name="T22" fmla="*/ 26988 w 176"/>
                <a:gd name="T23" fmla="*/ 173038 h 174"/>
                <a:gd name="T24" fmla="*/ 53975 w 176"/>
                <a:gd name="T25" fmla="*/ 127000 h 174"/>
                <a:gd name="T26" fmla="*/ 87313 w 176"/>
                <a:gd name="T27" fmla="*/ 87313 h 174"/>
                <a:gd name="T28" fmla="*/ 128588 w 176"/>
                <a:gd name="T29" fmla="*/ 53975 h 174"/>
                <a:gd name="T30" fmla="*/ 174625 w 176"/>
                <a:gd name="T31" fmla="*/ 26988 h 174"/>
                <a:gd name="T32" fmla="*/ 225425 w 176"/>
                <a:gd name="T33" fmla="*/ 11113 h 174"/>
                <a:gd name="T34" fmla="*/ 279400 w 176"/>
                <a:gd name="T35" fmla="*/ 0 h 17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76" h="174">
                  <a:moveTo>
                    <a:pt x="176" y="0"/>
                  </a:moveTo>
                  <a:lnTo>
                    <a:pt x="176" y="26"/>
                  </a:lnTo>
                  <a:lnTo>
                    <a:pt x="143" y="32"/>
                  </a:lnTo>
                  <a:lnTo>
                    <a:pt x="112" y="45"/>
                  </a:lnTo>
                  <a:lnTo>
                    <a:pt x="85" y="62"/>
                  </a:lnTo>
                  <a:lnTo>
                    <a:pt x="63" y="85"/>
                  </a:lnTo>
                  <a:lnTo>
                    <a:pt x="45" y="112"/>
                  </a:lnTo>
                  <a:lnTo>
                    <a:pt x="32" y="142"/>
                  </a:lnTo>
                  <a:lnTo>
                    <a:pt x="26" y="174"/>
                  </a:lnTo>
                  <a:lnTo>
                    <a:pt x="0" y="174"/>
                  </a:lnTo>
                  <a:lnTo>
                    <a:pt x="7" y="140"/>
                  </a:lnTo>
                  <a:lnTo>
                    <a:pt x="17" y="109"/>
                  </a:lnTo>
                  <a:lnTo>
                    <a:pt x="34" y="80"/>
                  </a:lnTo>
                  <a:lnTo>
                    <a:pt x="55" y="55"/>
                  </a:lnTo>
                  <a:lnTo>
                    <a:pt x="81" y="34"/>
                  </a:lnTo>
                  <a:lnTo>
                    <a:pt x="110" y="17"/>
                  </a:lnTo>
                  <a:lnTo>
                    <a:pt x="142" y="7"/>
                  </a:lnTo>
                  <a:lnTo>
                    <a:pt x="176" y="0"/>
                  </a:lnTo>
                  <a:close/>
                </a:path>
              </a:pathLst>
            </a:custGeom>
            <a:grpFill/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7"/>
            <p:cNvSpPr>
              <a:spLocks/>
            </p:cNvSpPr>
            <p:nvPr/>
          </p:nvSpPr>
          <p:spPr bwMode="blackWhite">
            <a:xfrm>
              <a:off x="1711325" y="2765425"/>
              <a:ext cx="276225" cy="276225"/>
            </a:xfrm>
            <a:custGeom>
              <a:avLst/>
              <a:gdLst>
                <a:gd name="T0" fmla="*/ 0 w 174"/>
                <a:gd name="T1" fmla="*/ 0 h 174"/>
                <a:gd name="T2" fmla="*/ 53975 w 174"/>
                <a:gd name="T3" fmla="*/ 11113 h 174"/>
                <a:gd name="T4" fmla="*/ 103188 w 174"/>
                <a:gd name="T5" fmla="*/ 26988 h 174"/>
                <a:gd name="T6" fmla="*/ 149225 w 174"/>
                <a:gd name="T7" fmla="*/ 53975 h 174"/>
                <a:gd name="T8" fmla="*/ 188913 w 174"/>
                <a:gd name="T9" fmla="*/ 87313 h 174"/>
                <a:gd name="T10" fmla="*/ 222250 w 174"/>
                <a:gd name="T11" fmla="*/ 127000 h 174"/>
                <a:gd name="T12" fmla="*/ 249238 w 174"/>
                <a:gd name="T13" fmla="*/ 173038 h 174"/>
                <a:gd name="T14" fmla="*/ 268288 w 174"/>
                <a:gd name="T15" fmla="*/ 222250 h 174"/>
                <a:gd name="T16" fmla="*/ 276225 w 174"/>
                <a:gd name="T17" fmla="*/ 276225 h 174"/>
                <a:gd name="T18" fmla="*/ 234950 w 174"/>
                <a:gd name="T19" fmla="*/ 276225 h 174"/>
                <a:gd name="T20" fmla="*/ 225425 w 174"/>
                <a:gd name="T21" fmla="*/ 225425 h 174"/>
                <a:gd name="T22" fmla="*/ 204788 w 174"/>
                <a:gd name="T23" fmla="*/ 177800 h 174"/>
                <a:gd name="T24" fmla="*/ 177800 w 174"/>
                <a:gd name="T25" fmla="*/ 134938 h 174"/>
                <a:gd name="T26" fmla="*/ 141288 w 174"/>
                <a:gd name="T27" fmla="*/ 98425 h 174"/>
                <a:gd name="T28" fmla="*/ 100013 w 174"/>
                <a:gd name="T29" fmla="*/ 71438 h 174"/>
                <a:gd name="T30" fmla="*/ 50800 w 174"/>
                <a:gd name="T31" fmla="*/ 50800 h 174"/>
                <a:gd name="T32" fmla="*/ 0 w 174"/>
                <a:gd name="T33" fmla="*/ 41275 h 174"/>
                <a:gd name="T34" fmla="*/ 0 w 174"/>
                <a:gd name="T35" fmla="*/ 0 h 17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74" h="174">
                  <a:moveTo>
                    <a:pt x="0" y="0"/>
                  </a:moveTo>
                  <a:lnTo>
                    <a:pt x="34" y="7"/>
                  </a:lnTo>
                  <a:lnTo>
                    <a:pt x="65" y="17"/>
                  </a:lnTo>
                  <a:lnTo>
                    <a:pt x="94" y="34"/>
                  </a:lnTo>
                  <a:lnTo>
                    <a:pt x="119" y="55"/>
                  </a:lnTo>
                  <a:lnTo>
                    <a:pt x="140" y="80"/>
                  </a:lnTo>
                  <a:lnTo>
                    <a:pt x="157" y="109"/>
                  </a:lnTo>
                  <a:lnTo>
                    <a:pt x="169" y="140"/>
                  </a:lnTo>
                  <a:lnTo>
                    <a:pt x="174" y="174"/>
                  </a:lnTo>
                  <a:lnTo>
                    <a:pt x="148" y="174"/>
                  </a:lnTo>
                  <a:lnTo>
                    <a:pt x="142" y="142"/>
                  </a:lnTo>
                  <a:lnTo>
                    <a:pt x="129" y="112"/>
                  </a:lnTo>
                  <a:lnTo>
                    <a:pt x="112" y="85"/>
                  </a:lnTo>
                  <a:lnTo>
                    <a:pt x="89" y="62"/>
                  </a:lnTo>
                  <a:lnTo>
                    <a:pt x="63" y="45"/>
                  </a:lnTo>
                  <a:lnTo>
                    <a:pt x="32" y="32"/>
                  </a:lnTo>
                  <a:lnTo>
                    <a:pt x="0" y="2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8"/>
            <p:cNvSpPr>
              <a:spLocks/>
            </p:cNvSpPr>
            <p:nvPr/>
          </p:nvSpPr>
          <p:spPr bwMode="blackWhite">
            <a:xfrm>
              <a:off x="1711325" y="3086100"/>
              <a:ext cx="276225" cy="274638"/>
            </a:xfrm>
            <a:custGeom>
              <a:avLst/>
              <a:gdLst>
                <a:gd name="T0" fmla="*/ 234950 w 174"/>
                <a:gd name="T1" fmla="*/ 0 h 173"/>
                <a:gd name="T2" fmla="*/ 276225 w 174"/>
                <a:gd name="T3" fmla="*/ 0 h 173"/>
                <a:gd name="T4" fmla="*/ 268288 w 174"/>
                <a:gd name="T5" fmla="*/ 52388 h 173"/>
                <a:gd name="T6" fmla="*/ 249238 w 174"/>
                <a:gd name="T7" fmla="*/ 103188 h 173"/>
                <a:gd name="T8" fmla="*/ 222250 w 174"/>
                <a:gd name="T9" fmla="*/ 147638 h 173"/>
                <a:gd name="T10" fmla="*/ 188913 w 174"/>
                <a:gd name="T11" fmla="*/ 188913 h 173"/>
                <a:gd name="T12" fmla="*/ 149225 w 174"/>
                <a:gd name="T13" fmla="*/ 222250 h 173"/>
                <a:gd name="T14" fmla="*/ 103188 w 174"/>
                <a:gd name="T15" fmla="*/ 247650 h 173"/>
                <a:gd name="T16" fmla="*/ 53975 w 174"/>
                <a:gd name="T17" fmla="*/ 266700 h 173"/>
                <a:gd name="T18" fmla="*/ 0 w 174"/>
                <a:gd name="T19" fmla="*/ 274638 h 173"/>
                <a:gd name="T20" fmla="*/ 0 w 174"/>
                <a:gd name="T21" fmla="*/ 234950 h 173"/>
                <a:gd name="T22" fmla="*/ 50800 w 174"/>
                <a:gd name="T23" fmla="*/ 223838 h 173"/>
                <a:gd name="T24" fmla="*/ 100013 w 174"/>
                <a:gd name="T25" fmla="*/ 206375 h 173"/>
                <a:gd name="T26" fmla="*/ 141288 w 174"/>
                <a:gd name="T27" fmla="*/ 176213 h 173"/>
                <a:gd name="T28" fmla="*/ 177800 w 174"/>
                <a:gd name="T29" fmla="*/ 141288 h 173"/>
                <a:gd name="T30" fmla="*/ 204788 w 174"/>
                <a:gd name="T31" fmla="*/ 100013 h 173"/>
                <a:gd name="T32" fmla="*/ 225425 w 174"/>
                <a:gd name="T33" fmla="*/ 52388 h 173"/>
                <a:gd name="T34" fmla="*/ 234950 w 174"/>
                <a:gd name="T35" fmla="*/ 0 h 173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74" h="173">
                  <a:moveTo>
                    <a:pt x="148" y="0"/>
                  </a:moveTo>
                  <a:lnTo>
                    <a:pt x="174" y="0"/>
                  </a:lnTo>
                  <a:lnTo>
                    <a:pt x="169" y="33"/>
                  </a:lnTo>
                  <a:lnTo>
                    <a:pt x="157" y="65"/>
                  </a:lnTo>
                  <a:lnTo>
                    <a:pt x="140" y="93"/>
                  </a:lnTo>
                  <a:lnTo>
                    <a:pt x="119" y="119"/>
                  </a:lnTo>
                  <a:lnTo>
                    <a:pt x="94" y="140"/>
                  </a:lnTo>
                  <a:lnTo>
                    <a:pt x="65" y="156"/>
                  </a:lnTo>
                  <a:lnTo>
                    <a:pt x="34" y="168"/>
                  </a:lnTo>
                  <a:lnTo>
                    <a:pt x="0" y="173"/>
                  </a:lnTo>
                  <a:lnTo>
                    <a:pt x="0" y="148"/>
                  </a:lnTo>
                  <a:lnTo>
                    <a:pt x="32" y="141"/>
                  </a:lnTo>
                  <a:lnTo>
                    <a:pt x="63" y="130"/>
                  </a:lnTo>
                  <a:lnTo>
                    <a:pt x="89" y="111"/>
                  </a:lnTo>
                  <a:lnTo>
                    <a:pt x="112" y="89"/>
                  </a:lnTo>
                  <a:lnTo>
                    <a:pt x="129" y="63"/>
                  </a:lnTo>
                  <a:lnTo>
                    <a:pt x="142" y="33"/>
                  </a:lnTo>
                  <a:lnTo>
                    <a:pt x="148" y="0"/>
                  </a:lnTo>
                  <a:close/>
                </a:path>
              </a:pathLst>
            </a:custGeom>
            <a:grpFill/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9"/>
            <p:cNvSpPr>
              <a:spLocks/>
            </p:cNvSpPr>
            <p:nvPr/>
          </p:nvSpPr>
          <p:spPr bwMode="blackWhite">
            <a:xfrm>
              <a:off x="1392238" y="3086100"/>
              <a:ext cx="279400" cy="274638"/>
            </a:xfrm>
            <a:custGeom>
              <a:avLst/>
              <a:gdLst>
                <a:gd name="T0" fmla="*/ 0 w 176"/>
                <a:gd name="T1" fmla="*/ 0 h 173"/>
                <a:gd name="T2" fmla="*/ 41275 w 176"/>
                <a:gd name="T3" fmla="*/ 0 h 173"/>
                <a:gd name="T4" fmla="*/ 50800 w 176"/>
                <a:gd name="T5" fmla="*/ 52388 h 173"/>
                <a:gd name="T6" fmla="*/ 71438 w 176"/>
                <a:gd name="T7" fmla="*/ 100013 h 173"/>
                <a:gd name="T8" fmla="*/ 100013 w 176"/>
                <a:gd name="T9" fmla="*/ 141288 h 173"/>
                <a:gd name="T10" fmla="*/ 134938 w 176"/>
                <a:gd name="T11" fmla="*/ 176213 h 173"/>
                <a:gd name="T12" fmla="*/ 177800 w 176"/>
                <a:gd name="T13" fmla="*/ 206375 h 173"/>
                <a:gd name="T14" fmla="*/ 227013 w 176"/>
                <a:gd name="T15" fmla="*/ 223838 h 173"/>
                <a:gd name="T16" fmla="*/ 279400 w 176"/>
                <a:gd name="T17" fmla="*/ 234950 h 173"/>
                <a:gd name="T18" fmla="*/ 279400 w 176"/>
                <a:gd name="T19" fmla="*/ 274638 h 173"/>
                <a:gd name="T20" fmla="*/ 225425 w 176"/>
                <a:gd name="T21" fmla="*/ 266700 h 173"/>
                <a:gd name="T22" fmla="*/ 174625 w 176"/>
                <a:gd name="T23" fmla="*/ 247650 h 173"/>
                <a:gd name="T24" fmla="*/ 128588 w 176"/>
                <a:gd name="T25" fmla="*/ 222250 h 173"/>
                <a:gd name="T26" fmla="*/ 87313 w 176"/>
                <a:gd name="T27" fmla="*/ 188913 h 173"/>
                <a:gd name="T28" fmla="*/ 53975 w 176"/>
                <a:gd name="T29" fmla="*/ 147638 h 173"/>
                <a:gd name="T30" fmla="*/ 26988 w 176"/>
                <a:gd name="T31" fmla="*/ 103188 h 173"/>
                <a:gd name="T32" fmla="*/ 11113 w 176"/>
                <a:gd name="T33" fmla="*/ 52388 h 173"/>
                <a:gd name="T34" fmla="*/ 0 w 176"/>
                <a:gd name="T35" fmla="*/ 0 h 173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76" h="173">
                  <a:moveTo>
                    <a:pt x="0" y="0"/>
                  </a:moveTo>
                  <a:lnTo>
                    <a:pt x="26" y="0"/>
                  </a:lnTo>
                  <a:lnTo>
                    <a:pt x="32" y="33"/>
                  </a:lnTo>
                  <a:lnTo>
                    <a:pt x="45" y="63"/>
                  </a:lnTo>
                  <a:lnTo>
                    <a:pt x="63" y="89"/>
                  </a:lnTo>
                  <a:lnTo>
                    <a:pt x="85" y="111"/>
                  </a:lnTo>
                  <a:lnTo>
                    <a:pt x="112" y="130"/>
                  </a:lnTo>
                  <a:lnTo>
                    <a:pt x="143" y="141"/>
                  </a:lnTo>
                  <a:lnTo>
                    <a:pt x="176" y="148"/>
                  </a:lnTo>
                  <a:lnTo>
                    <a:pt x="176" y="173"/>
                  </a:lnTo>
                  <a:lnTo>
                    <a:pt x="142" y="168"/>
                  </a:lnTo>
                  <a:lnTo>
                    <a:pt x="110" y="156"/>
                  </a:lnTo>
                  <a:lnTo>
                    <a:pt x="81" y="140"/>
                  </a:lnTo>
                  <a:lnTo>
                    <a:pt x="55" y="119"/>
                  </a:lnTo>
                  <a:lnTo>
                    <a:pt x="34" y="93"/>
                  </a:lnTo>
                  <a:lnTo>
                    <a:pt x="17" y="65"/>
                  </a:lnTo>
                  <a:lnTo>
                    <a:pt x="7" y="33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10"/>
            <p:cNvSpPr>
              <a:spLocks/>
            </p:cNvSpPr>
            <p:nvPr/>
          </p:nvSpPr>
          <p:spPr bwMode="blackWhite">
            <a:xfrm>
              <a:off x="1403350" y="176213"/>
              <a:ext cx="573087" cy="541338"/>
            </a:xfrm>
            <a:custGeom>
              <a:avLst/>
              <a:gdLst>
                <a:gd name="T0" fmla="*/ 0 w 361"/>
                <a:gd name="T1" fmla="*/ 0 h 341"/>
                <a:gd name="T2" fmla="*/ 573087 w 361"/>
                <a:gd name="T3" fmla="*/ 0 h 341"/>
                <a:gd name="T4" fmla="*/ 573087 w 361"/>
                <a:gd name="T5" fmla="*/ 41275 h 341"/>
                <a:gd name="T6" fmla="*/ 234950 w 361"/>
                <a:gd name="T7" fmla="*/ 271463 h 341"/>
                <a:gd name="T8" fmla="*/ 573087 w 361"/>
                <a:gd name="T9" fmla="*/ 503238 h 341"/>
                <a:gd name="T10" fmla="*/ 573087 w 361"/>
                <a:gd name="T11" fmla="*/ 541338 h 341"/>
                <a:gd name="T12" fmla="*/ 0 w 361"/>
                <a:gd name="T13" fmla="*/ 541338 h 341"/>
                <a:gd name="T14" fmla="*/ 0 w 361"/>
                <a:gd name="T15" fmla="*/ 498475 h 341"/>
                <a:gd name="T16" fmla="*/ 498475 w 361"/>
                <a:gd name="T17" fmla="*/ 498475 h 341"/>
                <a:gd name="T18" fmla="*/ 168275 w 361"/>
                <a:gd name="T19" fmla="*/ 271463 h 341"/>
                <a:gd name="T20" fmla="*/ 168275 w 361"/>
                <a:gd name="T21" fmla="*/ 268288 h 341"/>
                <a:gd name="T22" fmla="*/ 498475 w 361"/>
                <a:gd name="T23" fmla="*/ 41275 h 341"/>
                <a:gd name="T24" fmla="*/ 0 w 361"/>
                <a:gd name="T25" fmla="*/ 41275 h 341"/>
                <a:gd name="T26" fmla="*/ 0 w 361"/>
                <a:gd name="T27" fmla="*/ 0 h 34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61" h="341">
                  <a:moveTo>
                    <a:pt x="0" y="0"/>
                  </a:moveTo>
                  <a:lnTo>
                    <a:pt x="361" y="0"/>
                  </a:lnTo>
                  <a:lnTo>
                    <a:pt x="361" y="26"/>
                  </a:lnTo>
                  <a:lnTo>
                    <a:pt x="148" y="171"/>
                  </a:lnTo>
                  <a:lnTo>
                    <a:pt x="361" y="317"/>
                  </a:lnTo>
                  <a:lnTo>
                    <a:pt x="361" y="341"/>
                  </a:lnTo>
                  <a:lnTo>
                    <a:pt x="0" y="341"/>
                  </a:lnTo>
                  <a:lnTo>
                    <a:pt x="0" y="314"/>
                  </a:lnTo>
                  <a:lnTo>
                    <a:pt x="314" y="314"/>
                  </a:lnTo>
                  <a:lnTo>
                    <a:pt x="106" y="171"/>
                  </a:lnTo>
                  <a:lnTo>
                    <a:pt x="106" y="169"/>
                  </a:lnTo>
                  <a:lnTo>
                    <a:pt x="314" y="26"/>
                  </a:lnTo>
                  <a:lnTo>
                    <a:pt x="0" y="2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11"/>
            <p:cNvSpPr>
              <a:spLocks noEditPoints="1"/>
            </p:cNvSpPr>
            <p:nvPr/>
          </p:nvSpPr>
          <p:spPr bwMode="blackWhite">
            <a:xfrm>
              <a:off x="1403350" y="825500"/>
              <a:ext cx="577850" cy="576263"/>
            </a:xfrm>
            <a:custGeom>
              <a:avLst/>
              <a:gdLst>
                <a:gd name="T0" fmla="*/ 200025 w 364"/>
                <a:gd name="T1" fmla="*/ 136525 h 363"/>
                <a:gd name="T2" fmla="*/ 200025 w 364"/>
                <a:gd name="T3" fmla="*/ 436563 h 363"/>
                <a:gd name="T4" fmla="*/ 531813 w 364"/>
                <a:gd name="T5" fmla="*/ 287338 h 363"/>
                <a:gd name="T6" fmla="*/ 200025 w 364"/>
                <a:gd name="T7" fmla="*/ 136525 h 363"/>
                <a:gd name="T8" fmla="*/ 0 w 364"/>
                <a:gd name="T9" fmla="*/ 0 h 363"/>
                <a:gd name="T10" fmla="*/ 577850 w 364"/>
                <a:gd name="T11" fmla="*/ 266700 h 363"/>
                <a:gd name="T12" fmla="*/ 577850 w 364"/>
                <a:gd name="T13" fmla="*/ 307975 h 363"/>
                <a:gd name="T14" fmla="*/ 0 w 364"/>
                <a:gd name="T15" fmla="*/ 576263 h 363"/>
                <a:gd name="T16" fmla="*/ 0 w 364"/>
                <a:gd name="T17" fmla="*/ 528638 h 363"/>
                <a:gd name="T18" fmla="*/ 160338 w 364"/>
                <a:gd name="T19" fmla="*/ 455613 h 363"/>
                <a:gd name="T20" fmla="*/ 160338 w 364"/>
                <a:gd name="T21" fmla="*/ 117475 h 363"/>
                <a:gd name="T22" fmla="*/ 0 w 364"/>
                <a:gd name="T23" fmla="*/ 44450 h 363"/>
                <a:gd name="T24" fmla="*/ 0 w 364"/>
                <a:gd name="T25" fmla="*/ 0 h 36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64" h="363">
                  <a:moveTo>
                    <a:pt x="126" y="86"/>
                  </a:moveTo>
                  <a:lnTo>
                    <a:pt x="126" y="275"/>
                  </a:lnTo>
                  <a:lnTo>
                    <a:pt x="335" y="181"/>
                  </a:lnTo>
                  <a:lnTo>
                    <a:pt x="126" y="86"/>
                  </a:lnTo>
                  <a:close/>
                  <a:moveTo>
                    <a:pt x="0" y="0"/>
                  </a:moveTo>
                  <a:lnTo>
                    <a:pt x="364" y="168"/>
                  </a:lnTo>
                  <a:lnTo>
                    <a:pt x="364" y="194"/>
                  </a:lnTo>
                  <a:lnTo>
                    <a:pt x="0" y="363"/>
                  </a:lnTo>
                  <a:lnTo>
                    <a:pt x="0" y="333"/>
                  </a:lnTo>
                  <a:lnTo>
                    <a:pt x="101" y="287"/>
                  </a:lnTo>
                  <a:lnTo>
                    <a:pt x="101" y="74"/>
                  </a:lnTo>
                  <a:lnTo>
                    <a:pt x="0" y="2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12"/>
            <p:cNvSpPr>
              <a:spLocks/>
            </p:cNvSpPr>
            <p:nvPr/>
          </p:nvSpPr>
          <p:spPr bwMode="blackWhite">
            <a:xfrm>
              <a:off x="1403350" y="1455738"/>
              <a:ext cx="573087" cy="509588"/>
            </a:xfrm>
            <a:custGeom>
              <a:avLst/>
              <a:gdLst>
                <a:gd name="T0" fmla="*/ 0 w 361"/>
                <a:gd name="T1" fmla="*/ 0 h 321"/>
                <a:gd name="T2" fmla="*/ 292100 w 361"/>
                <a:gd name="T3" fmla="*/ 231775 h 321"/>
                <a:gd name="T4" fmla="*/ 573087 w 361"/>
                <a:gd name="T5" fmla="*/ 9525 h 321"/>
                <a:gd name="T6" fmla="*/ 573087 w 361"/>
                <a:gd name="T7" fmla="*/ 60325 h 321"/>
                <a:gd name="T8" fmla="*/ 322262 w 361"/>
                <a:gd name="T9" fmla="*/ 255588 h 321"/>
                <a:gd name="T10" fmla="*/ 573087 w 361"/>
                <a:gd name="T11" fmla="*/ 450850 h 321"/>
                <a:gd name="T12" fmla="*/ 573087 w 361"/>
                <a:gd name="T13" fmla="*/ 501650 h 321"/>
                <a:gd name="T14" fmla="*/ 292100 w 361"/>
                <a:gd name="T15" fmla="*/ 280988 h 321"/>
                <a:gd name="T16" fmla="*/ 0 w 361"/>
                <a:gd name="T17" fmla="*/ 509588 h 321"/>
                <a:gd name="T18" fmla="*/ 0 w 361"/>
                <a:gd name="T19" fmla="*/ 460375 h 321"/>
                <a:gd name="T20" fmla="*/ 265112 w 361"/>
                <a:gd name="T21" fmla="*/ 254000 h 321"/>
                <a:gd name="T22" fmla="*/ 0 w 361"/>
                <a:gd name="T23" fmla="*/ 50800 h 321"/>
                <a:gd name="T24" fmla="*/ 0 w 361"/>
                <a:gd name="T25" fmla="*/ 0 h 32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61" h="321">
                  <a:moveTo>
                    <a:pt x="0" y="0"/>
                  </a:moveTo>
                  <a:lnTo>
                    <a:pt x="184" y="146"/>
                  </a:lnTo>
                  <a:lnTo>
                    <a:pt x="361" y="6"/>
                  </a:lnTo>
                  <a:lnTo>
                    <a:pt x="361" y="38"/>
                  </a:lnTo>
                  <a:lnTo>
                    <a:pt x="203" y="161"/>
                  </a:lnTo>
                  <a:lnTo>
                    <a:pt x="361" y="284"/>
                  </a:lnTo>
                  <a:lnTo>
                    <a:pt x="361" y="316"/>
                  </a:lnTo>
                  <a:lnTo>
                    <a:pt x="184" y="177"/>
                  </a:lnTo>
                  <a:lnTo>
                    <a:pt x="0" y="321"/>
                  </a:lnTo>
                  <a:lnTo>
                    <a:pt x="0" y="290"/>
                  </a:lnTo>
                  <a:lnTo>
                    <a:pt x="167" y="160"/>
                  </a:lnTo>
                  <a:lnTo>
                    <a:pt x="0" y="3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13"/>
            <p:cNvSpPr>
              <a:spLocks/>
            </p:cNvSpPr>
            <p:nvPr/>
          </p:nvSpPr>
          <p:spPr bwMode="blackWhite">
            <a:xfrm>
              <a:off x="1403350" y="2293938"/>
              <a:ext cx="573087" cy="404813"/>
            </a:xfrm>
            <a:custGeom>
              <a:avLst/>
              <a:gdLst>
                <a:gd name="T0" fmla="*/ 0 w 361"/>
                <a:gd name="T1" fmla="*/ 0 h 255"/>
                <a:gd name="T2" fmla="*/ 573087 w 361"/>
                <a:gd name="T3" fmla="*/ 0 h 255"/>
                <a:gd name="T4" fmla="*/ 573087 w 361"/>
                <a:gd name="T5" fmla="*/ 404813 h 255"/>
                <a:gd name="T6" fmla="*/ 533400 w 361"/>
                <a:gd name="T7" fmla="*/ 404813 h 255"/>
                <a:gd name="T8" fmla="*/ 533400 w 361"/>
                <a:gd name="T9" fmla="*/ 42863 h 255"/>
                <a:gd name="T10" fmla="*/ 298450 w 361"/>
                <a:gd name="T11" fmla="*/ 42863 h 255"/>
                <a:gd name="T12" fmla="*/ 298450 w 361"/>
                <a:gd name="T13" fmla="*/ 368300 h 255"/>
                <a:gd name="T14" fmla="*/ 260350 w 361"/>
                <a:gd name="T15" fmla="*/ 368300 h 255"/>
                <a:gd name="T16" fmla="*/ 260350 w 361"/>
                <a:gd name="T17" fmla="*/ 42863 h 255"/>
                <a:gd name="T18" fmla="*/ 0 w 361"/>
                <a:gd name="T19" fmla="*/ 42863 h 255"/>
                <a:gd name="T20" fmla="*/ 0 w 361"/>
                <a:gd name="T21" fmla="*/ 0 h 25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61" h="255">
                  <a:moveTo>
                    <a:pt x="0" y="0"/>
                  </a:moveTo>
                  <a:lnTo>
                    <a:pt x="361" y="0"/>
                  </a:lnTo>
                  <a:lnTo>
                    <a:pt x="361" y="255"/>
                  </a:lnTo>
                  <a:lnTo>
                    <a:pt x="336" y="255"/>
                  </a:lnTo>
                  <a:lnTo>
                    <a:pt x="336" y="27"/>
                  </a:lnTo>
                  <a:lnTo>
                    <a:pt x="188" y="27"/>
                  </a:lnTo>
                  <a:lnTo>
                    <a:pt x="188" y="232"/>
                  </a:lnTo>
                  <a:lnTo>
                    <a:pt x="164" y="232"/>
                  </a:lnTo>
                  <a:lnTo>
                    <a:pt x="164" y="27"/>
                  </a:lnTo>
                  <a:lnTo>
                    <a:pt x="0" y="2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14"/>
            <p:cNvSpPr>
              <a:spLocks noEditPoints="1"/>
            </p:cNvSpPr>
            <p:nvPr/>
          </p:nvSpPr>
          <p:spPr bwMode="blackWhite">
            <a:xfrm>
              <a:off x="1403350" y="3494088"/>
              <a:ext cx="573087" cy="466725"/>
            </a:xfrm>
            <a:custGeom>
              <a:avLst/>
              <a:gdLst>
                <a:gd name="T0" fmla="*/ 276225 w 361"/>
                <a:gd name="T1" fmla="*/ 42863 h 294"/>
                <a:gd name="T2" fmla="*/ 276225 w 361"/>
                <a:gd name="T3" fmla="*/ 236538 h 294"/>
                <a:gd name="T4" fmla="*/ 277812 w 361"/>
                <a:gd name="T5" fmla="*/ 276225 h 294"/>
                <a:gd name="T6" fmla="*/ 288925 w 361"/>
                <a:gd name="T7" fmla="*/ 311150 h 294"/>
                <a:gd name="T8" fmla="*/ 301625 w 361"/>
                <a:gd name="T9" fmla="*/ 342900 h 294"/>
                <a:gd name="T10" fmla="*/ 322262 w 361"/>
                <a:gd name="T11" fmla="*/ 366713 h 294"/>
                <a:gd name="T12" fmla="*/ 344487 w 361"/>
                <a:gd name="T13" fmla="*/ 387350 h 294"/>
                <a:gd name="T14" fmla="*/ 374650 w 361"/>
                <a:gd name="T15" fmla="*/ 398463 h 294"/>
                <a:gd name="T16" fmla="*/ 407987 w 361"/>
                <a:gd name="T17" fmla="*/ 403225 h 294"/>
                <a:gd name="T18" fmla="*/ 409575 w 361"/>
                <a:gd name="T19" fmla="*/ 403225 h 294"/>
                <a:gd name="T20" fmla="*/ 444500 w 361"/>
                <a:gd name="T21" fmla="*/ 398463 h 294"/>
                <a:gd name="T22" fmla="*/ 476250 w 361"/>
                <a:gd name="T23" fmla="*/ 384175 h 294"/>
                <a:gd name="T24" fmla="*/ 500062 w 361"/>
                <a:gd name="T25" fmla="*/ 360363 h 294"/>
                <a:gd name="T26" fmla="*/ 519112 w 361"/>
                <a:gd name="T27" fmla="*/ 327025 h 294"/>
                <a:gd name="T28" fmla="*/ 530225 w 361"/>
                <a:gd name="T29" fmla="*/ 285750 h 294"/>
                <a:gd name="T30" fmla="*/ 533400 w 361"/>
                <a:gd name="T31" fmla="*/ 238125 h 294"/>
                <a:gd name="T32" fmla="*/ 533400 w 361"/>
                <a:gd name="T33" fmla="*/ 42863 h 294"/>
                <a:gd name="T34" fmla="*/ 276225 w 361"/>
                <a:gd name="T35" fmla="*/ 42863 h 294"/>
                <a:gd name="T36" fmla="*/ 0 w 361"/>
                <a:gd name="T37" fmla="*/ 0 h 294"/>
                <a:gd name="T38" fmla="*/ 573087 w 361"/>
                <a:gd name="T39" fmla="*/ 0 h 294"/>
                <a:gd name="T40" fmla="*/ 573087 w 361"/>
                <a:gd name="T41" fmla="*/ 239713 h 294"/>
                <a:gd name="T42" fmla="*/ 569912 w 361"/>
                <a:gd name="T43" fmla="*/ 292100 h 294"/>
                <a:gd name="T44" fmla="*/ 558800 w 361"/>
                <a:gd name="T45" fmla="*/ 336550 h 294"/>
                <a:gd name="T46" fmla="*/ 539750 w 361"/>
                <a:gd name="T47" fmla="*/ 373063 h 294"/>
                <a:gd name="T48" fmla="*/ 515937 w 361"/>
                <a:gd name="T49" fmla="*/ 404813 h 294"/>
                <a:gd name="T50" fmla="*/ 485775 w 361"/>
                <a:gd name="T51" fmla="*/ 427038 h 294"/>
                <a:gd name="T52" fmla="*/ 450850 w 361"/>
                <a:gd name="T53" fmla="*/ 441325 h 294"/>
                <a:gd name="T54" fmla="*/ 411162 w 361"/>
                <a:gd name="T55" fmla="*/ 446088 h 294"/>
                <a:gd name="T56" fmla="*/ 409575 w 361"/>
                <a:gd name="T57" fmla="*/ 446088 h 294"/>
                <a:gd name="T58" fmla="*/ 369887 w 361"/>
                <a:gd name="T59" fmla="*/ 441325 h 294"/>
                <a:gd name="T60" fmla="*/ 336550 w 361"/>
                <a:gd name="T61" fmla="*/ 430213 h 294"/>
                <a:gd name="T62" fmla="*/ 309562 w 361"/>
                <a:gd name="T63" fmla="*/ 411163 h 294"/>
                <a:gd name="T64" fmla="*/ 284162 w 361"/>
                <a:gd name="T65" fmla="*/ 385763 h 294"/>
                <a:gd name="T66" fmla="*/ 265112 w 361"/>
                <a:gd name="T67" fmla="*/ 354013 h 294"/>
                <a:gd name="T68" fmla="*/ 254000 w 361"/>
                <a:gd name="T69" fmla="*/ 317500 h 294"/>
                <a:gd name="T70" fmla="*/ 244475 w 361"/>
                <a:gd name="T71" fmla="*/ 277813 h 294"/>
                <a:gd name="T72" fmla="*/ 0 w 361"/>
                <a:gd name="T73" fmla="*/ 466725 h 294"/>
                <a:gd name="T74" fmla="*/ 0 w 361"/>
                <a:gd name="T75" fmla="*/ 412750 h 294"/>
                <a:gd name="T76" fmla="*/ 236537 w 361"/>
                <a:gd name="T77" fmla="*/ 230188 h 294"/>
                <a:gd name="T78" fmla="*/ 236537 w 361"/>
                <a:gd name="T79" fmla="*/ 42863 h 294"/>
                <a:gd name="T80" fmla="*/ 0 w 361"/>
                <a:gd name="T81" fmla="*/ 42863 h 294"/>
                <a:gd name="T82" fmla="*/ 0 w 361"/>
                <a:gd name="T83" fmla="*/ 0 h 294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361" h="294">
                  <a:moveTo>
                    <a:pt x="174" y="27"/>
                  </a:moveTo>
                  <a:lnTo>
                    <a:pt x="174" y="149"/>
                  </a:lnTo>
                  <a:lnTo>
                    <a:pt x="175" y="174"/>
                  </a:lnTo>
                  <a:lnTo>
                    <a:pt x="182" y="196"/>
                  </a:lnTo>
                  <a:lnTo>
                    <a:pt x="190" y="216"/>
                  </a:lnTo>
                  <a:lnTo>
                    <a:pt x="203" y="231"/>
                  </a:lnTo>
                  <a:lnTo>
                    <a:pt x="217" y="244"/>
                  </a:lnTo>
                  <a:lnTo>
                    <a:pt x="236" y="251"/>
                  </a:lnTo>
                  <a:lnTo>
                    <a:pt x="257" y="254"/>
                  </a:lnTo>
                  <a:lnTo>
                    <a:pt x="258" y="254"/>
                  </a:lnTo>
                  <a:lnTo>
                    <a:pt x="280" y="251"/>
                  </a:lnTo>
                  <a:lnTo>
                    <a:pt x="300" y="242"/>
                  </a:lnTo>
                  <a:lnTo>
                    <a:pt x="315" y="227"/>
                  </a:lnTo>
                  <a:lnTo>
                    <a:pt x="327" y="206"/>
                  </a:lnTo>
                  <a:lnTo>
                    <a:pt x="334" y="180"/>
                  </a:lnTo>
                  <a:lnTo>
                    <a:pt x="336" y="150"/>
                  </a:lnTo>
                  <a:lnTo>
                    <a:pt x="336" y="27"/>
                  </a:lnTo>
                  <a:lnTo>
                    <a:pt x="174" y="27"/>
                  </a:lnTo>
                  <a:close/>
                  <a:moveTo>
                    <a:pt x="0" y="0"/>
                  </a:moveTo>
                  <a:lnTo>
                    <a:pt x="361" y="0"/>
                  </a:lnTo>
                  <a:lnTo>
                    <a:pt x="361" y="151"/>
                  </a:lnTo>
                  <a:lnTo>
                    <a:pt x="359" y="184"/>
                  </a:lnTo>
                  <a:lnTo>
                    <a:pt x="352" y="212"/>
                  </a:lnTo>
                  <a:lnTo>
                    <a:pt x="340" y="235"/>
                  </a:lnTo>
                  <a:lnTo>
                    <a:pt x="325" y="255"/>
                  </a:lnTo>
                  <a:lnTo>
                    <a:pt x="306" y="269"/>
                  </a:lnTo>
                  <a:lnTo>
                    <a:pt x="284" y="278"/>
                  </a:lnTo>
                  <a:lnTo>
                    <a:pt x="259" y="281"/>
                  </a:lnTo>
                  <a:lnTo>
                    <a:pt x="258" y="281"/>
                  </a:lnTo>
                  <a:lnTo>
                    <a:pt x="233" y="278"/>
                  </a:lnTo>
                  <a:lnTo>
                    <a:pt x="212" y="271"/>
                  </a:lnTo>
                  <a:lnTo>
                    <a:pt x="195" y="259"/>
                  </a:lnTo>
                  <a:lnTo>
                    <a:pt x="179" y="243"/>
                  </a:lnTo>
                  <a:lnTo>
                    <a:pt x="167" y="223"/>
                  </a:lnTo>
                  <a:lnTo>
                    <a:pt x="160" y="200"/>
                  </a:lnTo>
                  <a:lnTo>
                    <a:pt x="154" y="175"/>
                  </a:lnTo>
                  <a:lnTo>
                    <a:pt x="0" y="294"/>
                  </a:lnTo>
                  <a:lnTo>
                    <a:pt x="0" y="260"/>
                  </a:lnTo>
                  <a:lnTo>
                    <a:pt x="149" y="145"/>
                  </a:lnTo>
                  <a:lnTo>
                    <a:pt x="149" y="27"/>
                  </a:lnTo>
                  <a:lnTo>
                    <a:pt x="0" y="2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15"/>
            <p:cNvSpPr>
              <a:spLocks noEditPoints="1"/>
            </p:cNvSpPr>
            <p:nvPr/>
          </p:nvSpPr>
          <p:spPr bwMode="blackWhite">
            <a:xfrm>
              <a:off x="1403350" y="4116388"/>
              <a:ext cx="573087" cy="496888"/>
            </a:xfrm>
            <a:custGeom>
              <a:avLst/>
              <a:gdLst>
                <a:gd name="T0" fmla="*/ 39687 w 361"/>
                <a:gd name="T1" fmla="*/ 44450 h 313"/>
                <a:gd name="T2" fmla="*/ 39687 w 361"/>
                <a:gd name="T3" fmla="*/ 192088 h 313"/>
                <a:gd name="T4" fmla="*/ 42862 w 361"/>
                <a:gd name="T5" fmla="*/ 250825 h 313"/>
                <a:gd name="T6" fmla="*/ 57150 w 361"/>
                <a:gd name="T7" fmla="*/ 300038 h 313"/>
                <a:gd name="T8" fmla="*/ 80962 w 361"/>
                <a:gd name="T9" fmla="*/ 346075 h 313"/>
                <a:gd name="T10" fmla="*/ 109537 w 361"/>
                <a:gd name="T11" fmla="*/ 382588 h 313"/>
                <a:gd name="T12" fmla="*/ 147637 w 361"/>
                <a:gd name="T13" fmla="*/ 412750 h 313"/>
                <a:gd name="T14" fmla="*/ 188912 w 361"/>
                <a:gd name="T15" fmla="*/ 434975 h 313"/>
                <a:gd name="T16" fmla="*/ 234950 w 361"/>
                <a:gd name="T17" fmla="*/ 447675 h 313"/>
                <a:gd name="T18" fmla="*/ 284162 w 361"/>
                <a:gd name="T19" fmla="*/ 454025 h 313"/>
                <a:gd name="T20" fmla="*/ 287337 w 361"/>
                <a:gd name="T21" fmla="*/ 454025 h 313"/>
                <a:gd name="T22" fmla="*/ 336550 w 361"/>
                <a:gd name="T23" fmla="*/ 447675 h 313"/>
                <a:gd name="T24" fmla="*/ 382587 w 361"/>
                <a:gd name="T25" fmla="*/ 434975 h 313"/>
                <a:gd name="T26" fmla="*/ 425450 w 361"/>
                <a:gd name="T27" fmla="*/ 412750 h 313"/>
                <a:gd name="T28" fmla="*/ 461962 w 361"/>
                <a:gd name="T29" fmla="*/ 382588 h 313"/>
                <a:gd name="T30" fmla="*/ 492125 w 361"/>
                <a:gd name="T31" fmla="*/ 346075 h 313"/>
                <a:gd name="T32" fmla="*/ 515937 w 361"/>
                <a:gd name="T33" fmla="*/ 300038 h 313"/>
                <a:gd name="T34" fmla="*/ 530225 w 361"/>
                <a:gd name="T35" fmla="*/ 250825 h 313"/>
                <a:gd name="T36" fmla="*/ 533400 w 361"/>
                <a:gd name="T37" fmla="*/ 192088 h 313"/>
                <a:gd name="T38" fmla="*/ 533400 w 361"/>
                <a:gd name="T39" fmla="*/ 44450 h 313"/>
                <a:gd name="T40" fmla="*/ 39687 w 361"/>
                <a:gd name="T41" fmla="*/ 44450 h 313"/>
                <a:gd name="T42" fmla="*/ 0 w 361"/>
                <a:gd name="T43" fmla="*/ 0 h 313"/>
                <a:gd name="T44" fmla="*/ 573087 w 361"/>
                <a:gd name="T45" fmla="*/ 0 h 313"/>
                <a:gd name="T46" fmla="*/ 573087 w 361"/>
                <a:gd name="T47" fmla="*/ 192088 h 313"/>
                <a:gd name="T48" fmla="*/ 569912 w 361"/>
                <a:gd name="T49" fmla="*/ 250825 h 313"/>
                <a:gd name="T50" fmla="*/ 557212 w 361"/>
                <a:gd name="T51" fmla="*/ 304800 h 313"/>
                <a:gd name="T52" fmla="*/ 536575 w 361"/>
                <a:gd name="T53" fmla="*/ 352425 h 313"/>
                <a:gd name="T54" fmla="*/ 509587 w 361"/>
                <a:gd name="T55" fmla="*/ 393700 h 313"/>
                <a:gd name="T56" fmla="*/ 473075 w 361"/>
                <a:gd name="T57" fmla="*/ 428625 h 313"/>
                <a:gd name="T58" fmla="*/ 434975 w 361"/>
                <a:gd name="T59" fmla="*/ 457200 h 313"/>
                <a:gd name="T60" fmla="*/ 390525 w 361"/>
                <a:gd name="T61" fmla="*/ 479425 h 313"/>
                <a:gd name="T62" fmla="*/ 341312 w 361"/>
                <a:gd name="T63" fmla="*/ 493713 h 313"/>
                <a:gd name="T64" fmla="*/ 288925 w 361"/>
                <a:gd name="T65" fmla="*/ 496888 h 313"/>
                <a:gd name="T66" fmla="*/ 287337 w 361"/>
                <a:gd name="T67" fmla="*/ 496888 h 313"/>
                <a:gd name="T68" fmla="*/ 234950 w 361"/>
                <a:gd name="T69" fmla="*/ 493713 h 313"/>
                <a:gd name="T70" fmla="*/ 184150 w 361"/>
                <a:gd name="T71" fmla="*/ 479425 h 313"/>
                <a:gd name="T72" fmla="*/ 141287 w 361"/>
                <a:gd name="T73" fmla="*/ 457200 h 313"/>
                <a:gd name="T74" fmla="*/ 101600 w 361"/>
                <a:gd name="T75" fmla="*/ 428625 h 313"/>
                <a:gd name="T76" fmla="*/ 66675 w 361"/>
                <a:gd name="T77" fmla="*/ 393700 h 313"/>
                <a:gd name="T78" fmla="*/ 39687 w 361"/>
                <a:gd name="T79" fmla="*/ 352425 h 313"/>
                <a:gd name="T80" fmla="*/ 19050 w 361"/>
                <a:gd name="T81" fmla="*/ 304800 h 313"/>
                <a:gd name="T82" fmla="*/ 3175 w 361"/>
                <a:gd name="T83" fmla="*/ 250825 h 313"/>
                <a:gd name="T84" fmla="*/ 0 w 361"/>
                <a:gd name="T85" fmla="*/ 192088 h 313"/>
                <a:gd name="T86" fmla="*/ 0 w 361"/>
                <a:gd name="T87" fmla="*/ 0 h 313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61" h="313">
                  <a:moveTo>
                    <a:pt x="25" y="28"/>
                  </a:moveTo>
                  <a:lnTo>
                    <a:pt x="25" y="121"/>
                  </a:lnTo>
                  <a:lnTo>
                    <a:pt x="27" y="158"/>
                  </a:lnTo>
                  <a:lnTo>
                    <a:pt x="36" y="189"/>
                  </a:lnTo>
                  <a:lnTo>
                    <a:pt x="51" y="218"/>
                  </a:lnTo>
                  <a:lnTo>
                    <a:pt x="69" y="241"/>
                  </a:lnTo>
                  <a:lnTo>
                    <a:pt x="93" y="260"/>
                  </a:lnTo>
                  <a:lnTo>
                    <a:pt x="119" y="274"/>
                  </a:lnTo>
                  <a:lnTo>
                    <a:pt x="148" y="282"/>
                  </a:lnTo>
                  <a:lnTo>
                    <a:pt x="179" y="286"/>
                  </a:lnTo>
                  <a:lnTo>
                    <a:pt x="181" y="286"/>
                  </a:lnTo>
                  <a:lnTo>
                    <a:pt x="212" y="282"/>
                  </a:lnTo>
                  <a:lnTo>
                    <a:pt x="241" y="274"/>
                  </a:lnTo>
                  <a:lnTo>
                    <a:pt x="268" y="260"/>
                  </a:lnTo>
                  <a:lnTo>
                    <a:pt x="291" y="241"/>
                  </a:lnTo>
                  <a:lnTo>
                    <a:pt x="310" y="218"/>
                  </a:lnTo>
                  <a:lnTo>
                    <a:pt x="325" y="189"/>
                  </a:lnTo>
                  <a:lnTo>
                    <a:pt x="334" y="158"/>
                  </a:lnTo>
                  <a:lnTo>
                    <a:pt x="336" y="121"/>
                  </a:lnTo>
                  <a:lnTo>
                    <a:pt x="336" y="28"/>
                  </a:lnTo>
                  <a:lnTo>
                    <a:pt x="25" y="28"/>
                  </a:lnTo>
                  <a:close/>
                  <a:moveTo>
                    <a:pt x="0" y="0"/>
                  </a:moveTo>
                  <a:lnTo>
                    <a:pt x="361" y="0"/>
                  </a:lnTo>
                  <a:lnTo>
                    <a:pt x="361" y="121"/>
                  </a:lnTo>
                  <a:lnTo>
                    <a:pt x="359" y="158"/>
                  </a:lnTo>
                  <a:lnTo>
                    <a:pt x="351" y="192"/>
                  </a:lnTo>
                  <a:lnTo>
                    <a:pt x="338" y="222"/>
                  </a:lnTo>
                  <a:lnTo>
                    <a:pt x="321" y="248"/>
                  </a:lnTo>
                  <a:lnTo>
                    <a:pt x="298" y="270"/>
                  </a:lnTo>
                  <a:lnTo>
                    <a:pt x="274" y="288"/>
                  </a:lnTo>
                  <a:lnTo>
                    <a:pt x="246" y="302"/>
                  </a:lnTo>
                  <a:lnTo>
                    <a:pt x="215" y="311"/>
                  </a:lnTo>
                  <a:lnTo>
                    <a:pt x="182" y="313"/>
                  </a:lnTo>
                  <a:lnTo>
                    <a:pt x="181" y="313"/>
                  </a:lnTo>
                  <a:lnTo>
                    <a:pt x="148" y="311"/>
                  </a:lnTo>
                  <a:lnTo>
                    <a:pt x="116" y="302"/>
                  </a:lnTo>
                  <a:lnTo>
                    <a:pt x="89" y="288"/>
                  </a:lnTo>
                  <a:lnTo>
                    <a:pt x="64" y="270"/>
                  </a:lnTo>
                  <a:lnTo>
                    <a:pt x="42" y="248"/>
                  </a:lnTo>
                  <a:lnTo>
                    <a:pt x="25" y="222"/>
                  </a:lnTo>
                  <a:lnTo>
                    <a:pt x="12" y="192"/>
                  </a:lnTo>
                  <a:lnTo>
                    <a:pt x="2" y="158"/>
                  </a:lnTo>
                  <a:lnTo>
                    <a:pt x="0" y="12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16"/>
            <p:cNvSpPr>
              <a:spLocks/>
            </p:cNvSpPr>
            <p:nvPr/>
          </p:nvSpPr>
          <p:spPr bwMode="blackWhite">
            <a:xfrm>
              <a:off x="1403350" y="4748213"/>
              <a:ext cx="573087" cy="454025"/>
            </a:xfrm>
            <a:custGeom>
              <a:avLst/>
              <a:gdLst>
                <a:gd name="T0" fmla="*/ 0 w 361"/>
                <a:gd name="T1" fmla="*/ 0 h 286"/>
                <a:gd name="T2" fmla="*/ 573087 w 361"/>
                <a:gd name="T3" fmla="*/ 0 h 286"/>
                <a:gd name="T4" fmla="*/ 573087 w 361"/>
                <a:gd name="T5" fmla="*/ 44450 h 286"/>
                <a:gd name="T6" fmla="*/ 307975 w 361"/>
                <a:gd name="T7" fmla="*/ 44450 h 286"/>
                <a:gd name="T8" fmla="*/ 307975 w 361"/>
                <a:gd name="T9" fmla="*/ 409575 h 286"/>
                <a:gd name="T10" fmla="*/ 573087 w 361"/>
                <a:gd name="T11" fmla="*/ 409575 h 286"/>
                <a:gd name="T12" fmla="*/ 573087 w 361"/>
                <a:gd name="T13" fmla="*/ 454025 h 286"/>
                <a:gd name="T14" fmla="*/ 0 w 361"/>
                <a:gd name="T15" fmla="*/ 454025 h 286"/>
                <a:gd name="T16" fmla="*/ 0 w 361"/>
                <a:gd name="T17" fmla="*/ 409575 h 286"/>
                <a:gd name="T18" fmla="*/ 268287 w 361"/>
                <a:gd name="T19" fmla="*/ 409575 h 286"/>
                <a:gd name="T20" fmla="*/ 268287 w 361"/>
                <a:gd name="T21" fmla="*/ 44450 h 286"/>
                <a:gd name="T22" fmla="*/ 0 w 361"/>
                <a:gd name="T23" fmla="*/ 44450 h 286"/>
                <a:gd name="T24" fmla="*/ 0 w 361"/>
                <a:gd name="T25" fmla="*/ 0 h 28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61" h="286">
                  <a:moveTo>
                    <a:pt x="0" y="0"/>
                  </a:moveTo>
                  <a:lnTo>
                    <a:pt x="361" y="0"/>
                  </a:lnTo>
                  <a:lnTo>
                    <a:pt x="361" y="28"/>
                  </a:lnTo>
                  <a:lnTo>
                    <a:pt x="194" y="28"/>
                  </a:lnTo>
                  <a:lnTo>
                    <a:pt x="194" y="258"/>
                  </a:lnTo>
                  <a:lnTo>
                    <a:pt x="361" y="258"/>
                  </a:lnTo>
                  <a:lnTo>
                    <a:pt x="361" y="286"/>
                  </a:lnTo>
                  <a:lnTo>
                    <a:pt x="0" y="286"/>
                  </a:lnTo>
                  <a:lnTo>
                    <a:pt x="0" y="258"/>
                  </a:lnTo>
                  <a:lnTo>
                    <a:pt x="169" y="258"/>
                  </a:lnTo>
                  <a:lnTo>
                    <a:pt x="169" y="28"/>
                  </a:lnTo>
                  <a:lnTo>
                    <a:pt x="0" y="2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17"/>
            <p:cNvSpPr>
              <a:spLocks noEditPoints="1"/>
            </p:cNvSpPr>
            <p:nvPr/>
          </p:nvSpPr>
          <p:spPr bwMode="blackWhite">
            <a:xfrm>
              <a:off x="1403350" y="5314950"/>
              <a:ext cx="577850" cy="574675"/>
            </a:xfrm>
            <a:custGeom>
              <a:avLst/>
              <a:gdLst>
                <a:gd name="T0" fmla="*/ 200025 w 364"/>
                <a:gd name="T1" fmla="*/ 134938 h 362"/>
                <a:gd name="T2" fmla="*/ 200025 w 364"/>
                <a:gd name="T3" fmla="*/ 438150 h 362"/>
                <a:gd name="T4" fmla="*/ 531813 w 364"/>
                <a:gd name="T5" fmla="*/ 285750 h 362"/>
                <a:gd name="T6" fmla="*/ 200025 w 364"/>
                <a:gd name="T7" fmla="*/ 134938 h 362"/>
                <a:gd name="T8" fmla="*/ 0 w 364"/>
                <a:gd name="T9" fmla="*/ 0 h 362"/>
                <a:gd name="T10" fmla="*/ 577850 w 364"/>
                <a:gd name="T11" fmla="*/ 268288 h 362"/>
                <a:gd name="T12" fmla="*/ 577850 w 364"/>
                <a:gd name="T13" fmla="*/ 306388 h 362"/>
                <a:gd name="T14" fmla="*/ 0 w 364"/>
                <a:gd name="T15" fmla="*/ 574675 h 362"/>
                <a:gd name="T16" fmla="*/ 0 w 364"/>
                <a:gd name="T17" fmla="*/ 530225 h 362"/>
                <a:gd name="T18" fmla="*/ 160338 w 364"/>
                <a:gd name="T19" fmla="*/ 454025 h 362"/>
                <a:gd name="T20" fmla="*/ 160338 w 364"/>
                <a:gd name="T21" fmla="*/ 115888 h 362"/>
                <a:gd name="T22" fmla="*/ 0 w 364"/>
                <a:gd name="T23" fmla="*/ 42863 h 362"/>
                <a:gd name="T24" fmla="*/ 0 w 364"/>
                <a:gd name="T25" fmla="*/ 0 h 36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64" h="362">
                  <a:moveTo>
                    <a:pt x="126" y="85"/>
                  </a:moveTo>
                  <a:lnTo>
                    <a:pt x="126" y="276"/>
                  </a:lnTo>
                  <a:lnTo>
                    <a:pt x="335" y="180"/>
                  </a:lnTo>
                  <a:lnTo>
                    <a:pt x="126" y="85"/>
                  </a:lnTo>
                  <a:close/>
                  <a:moveTo>
                    <a:pt x="0" y="0"/>
                  </a:moveTo>
                  <a:lnTo>
                    <a:pt x="364" y="169"/>
                  </a:lnTo>
                  <a:lnTo>
                    <a:pt x="364" y="193"/>
                  </a:lnTo>
                  <a:lnTo>
                    <a:pt x="0" y="362"/>
                  </a:lnTo>
                  <a:lnTo>
                    <a:pt x="0" y="334"/>
                  </a:lnTo>
                  <a:lnTo>
                    <a:pt x="101" y="286"/>
                  </a:lnTo>
                  <a:lnTo>
                    <a:pt x="101" y="73"/>
                  </a:lnTo>
                  <a:lnTo>
                    <a:pt x="0" y="2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18"/>
            <p:cNvSpPr>
              <a:spLocks/>
            </p:cNvSpPr>
            <p:nvPr/>
          </p:nvSpPr>
          <p:spPr bwMode="blackWhite">
            <a:xfrm>
              <a:off x="1403350" y="6000750"/>
              <a:ext cx="573087" cy="539750"/>
            </a:xfrm>
            <a:custGeom>
              <a:avLst/>
              <a:gdLst>
                <a:gd name="T0" fmla="*/ 0 w 361"/>
                <a:gd name="T1" fmla="*/ 0 h 340"/>
                <a:gd name="T2" fmla="*/ 573087 w 361"/>
                <a:gd name="T3" fmla="*/ 0 h 340"/>
                <a:gd name="T4" fmla="*/ 573087 w 361"/>
                <a:gd name="T5" fmla="*/ 39688 h 340"/>
                <a:gd name="T6" fmla="*/ 234950 w 361"/>
                <a:gd name="T7" fmla="*/ 269875 h 340"/>
                <a:gd name="T8" fmla="*/ 573087 w 361"/>
                <a:gd name="T9" fmla="*/ 500063 h 340"/>
                <a:gd name="T10" fmla="*/ 573087 w 361"/>
                <a:gd name="T11" fmla="*/ 539750 h 340"/>
                <a:gd name="T12" fmla="*/ 0 w 361"/>
                <a:gd name="T13" fmla="*/ 539750 h 340"/>
                <a:gd name="T14" fmla="*/ 0 w 361"/>
                <a:gd name="T15" fmla="*/ 498475 h 340"/>
                <a:gd name="T16" fmla="*/ 498475 w 361"/>
                <a:gd name="T17" fmla="*/ 498475 h 340"/>
                <a:gd name="T18" fmla="*/ 168275 w 361"/>
                <a:gd name="T19" fmla="*/ 271463 h 340"/>
                <a:gd name="T20" fmla="*/ 168275 w 361"/>
                <a:gd name="T21" fmla="*/ 268288 h 340"/>
                <a:gd name="T22" fmla="*/ 498475 w 361"/>
                <a:gd name="T23" fmla="*/ 41275 h 340"/>
                <a:gd name="T24" fmla="*/ 0 w 361"/>
                <a:gd name="T25" fmla="*/ 41275 h 340"/>
                <a:gd name="T26" fmla="*/ 0 w 361"/>
                <a:gd name="T27" fmla="*/ 0 h 34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61" h="340">
                  <a:moveTo>
                    <a:pt x="0" y="0"/>
                  </a:moveTo>
                  <a:lnTo>
                    <a:pt x="361" y="0"/>
                  </a:lnTo>
                  <a:lnTo>
                    <a:pt x="361" y="25"/>
                  </a:lnTo>
                  <a:lnTo>
                    <a:pt x="148" y="170"/>
                  </a:lnTo>
                  <a:lnTo>
                    <a:pt x="361" y="315"/>
                  </a:lnTo>
                  <a:lnTo>
                    <a:pt x="361" y="340"/>
                  </a:lnTo>
                  <a:lnTo>
                    <a:pt x="0" y="340"/>
                  </a:lnTo>
                  <a:lnTo>
                    <a:pt x="0" y="314"/>
                  </a:lnTo>
                  <a:lnTo>
                    <a:pt x="314" y="314"/>
                  </a:lnTo>
                  <a:lnTo>
                    <a:pt x="106" y="171"/>
                  </a:lnTo>
                  <a:lnTo>
                    <a:pt x="106" y="169"/>
                  </a:lnTo>
                  <a:lnTo>
                    <a:pt x="314" y="26"/>
                  </a:lnTo>
                  <a:lnTo>
                    <a:pt x="0" y="2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9" name="Rectangle 4"/>
          <p:cNvSpPr>
            <a:spLocks noChangeArrowheads="1"/>
          </p:cNvSpPr>
          <p:nvPr userDrawn="1"/>
        </p:nvSpPr>
        <p:spPr bwMode="blackWhite">
          <a:xfrm>
            <a:off x="431801" y="1989721"/>
            <a:ext cx="3419475" cy="40481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81636" tIns="40818" rIns="81636" bIns="40818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921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ADD A TITLE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theme/theme1.xml" Type="http://schemas.openxmlformats.org/officeDocument/2006/relationships/them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 noGrp="1"/>
          </p:cNvSpPr>
          <p:nvPr>
            <p:ph type="title"/>
          </p:nvPr>
        </p:nvSpPr>
        <p:spPr bwMode="auto">
          <a:xfrm>
            <a:off x="419100" y="155973"/>
            <a:ext cx="8066114" cy="6487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0" compatLnSpc="1" lIns="0" numCol="1" rIns="0" tIns="0" vert="horz" wrap="square">
            <a:prstTxWarp prst="textNoShape">
              <a:avLst/>
            </a:prstTxWarp>
          </a:bodyPr>
          <a:lstStyle/>
          <a:p>
            <a:pPr lvl="0"/>
            <a:r>
              <a:rPr dirty="0" lang="en-US"/>
              <a:t>MAIN SLIDE TITLE</a:t>
            </a:r>
            <a:br>
              <a:rPr dirty="0" lang="en-US"/>
            </a:br>
            <a:r>
              <a:rPr dirty="0" lang="en-US"/>
              <a:t>MAIN SLIDE TITLE</a:t>
            </a: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blackWhite">
          <a:xfrm>
            <a:off x="431800" y="822052"/>
            <a:ext cx="4032000" cy="40482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anchor="ctr" bIns="40818" lIns="81636" rIns="81636" tIns="40818" wrap="none"/>
          <a:lstStyle/>
          <a:p>
            <a:endParaRPr dirty="0" lang="en-US"/>
          </a:p>
        </p:txBody>
      </p:sp>
      <p:grpSp>
        <p:nvGrpSpPr>
          <p:cNvPr id="22" name="Group 19"/>
          <p:cNvGrpSpPr>
            <a:grpSpLocks/>
          </p:cNvGrpSpPr>
          <p:nvPr userDrawn="1"/>
        </p:nvGrpSpPr>
        <p:grpSpPr bwMode="auto">
          <a:xfrm>
            <a:off x="8705730" y="213488"/>
            <a:ext cx="167311" cy="1833138"/>
            <a:chOff x="1392238" y="176213"/>
            <a:chExt cx="595312" cy="6364287"/>
          </a:xfrm>
        </p:grpSpPr>
        <p:sp>
          <p:nvSpPr>
            <p:cNvPr id="23" name="Freeform 6"/>
            <p:cNvSpPr>
              <a:spLocks/>
            </p:cNvSpPr>
            <p:nvPr/>
          </p:nvSpPr>
          <p:spPr bwMode="blackWhite">
            <a:xfrm>
              <a:off x="1392238" y="2765425"/>
              <a:ext cx="279400" cy="276225"/>
            </a:xfrm>
            <a:custGeom>
              <a:avLst/>
              <a:gdLst>
                <a:gd fmla="*/ 279400 w 176" name="T0"/>
                <a:gd fmla="*/ 0 h 174" name="T1"/>
                <a:gd fmla="*/ 279400 w 176" name="T2"/>
                <a:gd fmla="*/ 41275 h 174" name="T3"/>
                <a:gd fmla="*/ 227013 w 176" name="T4"/>
                <a:gd fmla="*/ 50800 h 174" name="T5"/>
                <a:gd fmla="*/ 177800 w 176" name="T6"/>
                <a:gd fmla="*/ 71438 h 174" name="T7"/>
                <a:gd fmla="*/ 134938 w 176" name="T8"/>
                <a:gd fmla="*/ 98425 h 174" name="T9"/>
                <a:gd fmla="*/ 100013 w 176" name="T10"/>
                <a:gd fmla="*/ 134938 h 174" name="T11"/>
                <a:gd fmla="*/ 71438 w 176" name="T12"/>
                <a:gd fmla="*/ 177800 h 174" name="T13"/>
                <a:gd fmla="*/ 50800 w 176" name="T14"/>
                <a:gd fmla="*/ 225425 h 174" name="T15"/>
                <a:gd fmla="*/ 41275 w 176" name="T16"/>
                <a:gd fmla="*/ 276225 h 174" name="T17"/>
                <a:gd fmla="*/ 0 w 176" name="T18"/>
                <a:gd fmla="*/ 276225 h 174" name="T19"/>
                <a:gd fmla="*/ 11113 w 176" name="T20"/>
                <a:gd fmla="*/ 222250 h 174" name="T21"/>
                <a:gd fmla="*/ 26988 w 176" name="T22"/>
                <a:gd fmla="*/ 173038 h 174" name="T23"/>
                <a:gd fmla="*/ 53975 w 176" name="T24"/>
                <a:gd fmla="*/ 127000 h 174" name="T25"/>
                <a:gd fmla="*/ 87313 w 176" name="T26"/>
                <a:gd fmla="*/ 87313 h 174" name="T27"/>
                <a:gd fmla="*/ 128588 w 176" name="T28"/>
                <a:gd fmla="*/ 53975 h 174" name="T29"/>
                <a:gd fmla="*/ 174625 w 176" name="T30"/>
                <a:gd fmla="*/ 26988 h 174" name="T31"/>
                <a:gd fmla="*/ 225425 w 176" name="T32"/>
                <a:gd fmla="*/ 11113 h 174" name="T33"/>
                <a:gd fmla="*/ 279400 w 176" name="T34"/>
                <a:gd fmla="*/ 0 h 174" name="T35"/>
                <a:gd fmla="*/ 0 60000 65536" name="T36"/>
                <a:gd fmla="*/ 0 60000 65536" name="T37"/>
                <a:gd fmla="*/ 0 60000 65536" name="T38"/>
                <a:gd fmla="*/ 0 60000 65536" name="T39"/>
                <a:gd fmla="*/ 0 60000 65536" name="T40"/>
                <a:gd fmla="*/ 0 60000 65536" name="T41"/>
                <a:gd fmla="*/ 0 60000 65536" name="T42"/>
                <a:gd fmla="*/ 0 60000 65536" name="T43"/>
                <a:gd fmla="*/ 0 60000 65536" name="T44"/>
                <a:gd fmla="*/ 0 60000 65536" name="T45"/>
                <a:gd fmla="*/ 0 60000 65536" name="T46"/>
                <a:gd fmla="*/ 0 60000 65536" name="T47"/>
                <a:gd fmla="*/ 0 60000 65536" name="T48"/>
                <a:gd fmla="*/ 0 60000 65536" name="T49"/>
                <a:gd fmla="*/ 0 60000 65536" name="T50"/>
                <a:gd fmla="*/ 0 60000 65536" name="T51"/>
                <a:gd fmla="*/ 0 60000 65536" name="T52"/>
                <a:gd fmla="*/ 0 60000 65536" name="T53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b="b" l="0" r="r" t="0"/>
              <a:pathLst>
                <a:path h="174" w="176">
                  <a:moveTo>
                    <a:pt x="176" y="0"/>
                  </a:moveTo>
                  <a:lnTo>
                    <a:pt x="176" y="26"/>
                  </a:lnTo>
                  <a:lnTo>
                    <a:pt x="143" y="32"/>
                  </a:lnTo>
                  <a:lnTo>
                    <a:pt x="112" y="45"/>
                  </a:lnTo>
                  <a:lnTo>
                    <a:pt x="85" y="62"/>
                  </a:lnTo>
                  <a:lnTo>
                    <a:pt x="63" y="85"/>
                  </a:lnTo>
                  <a:lnTo>
                    <a:pt x="45" y="112"/>
                  </a:lnTo>
                  <a:lnTo>
                    <a:pt x="32" y="142"/>
                  </a:lnTo>
                  <a:lnTo>
                    <a:pt x="26" y="174"/>
                  </a:lnTo>
                  <a:lnTo>
                    <a:pt x="0" y="174"/>
                  </a:lnTo>
                  <a:lnTo>
                    <a:pt x="7" y="140"/>
                  </a:lnTo>
                  <a:lnTo>
                    <a:pt x="17" y="109"/>
                  </a:lnTo>
                  <a:lnTo>
                    <a:pt x="34" y="80"/>
                  </a:lnTo>
                  <a:lnTo>
                    <a:pt x="55" y="55"/>
                  </a:lnTo>
                  <a:lnTo>
                    <a:pt x="81" y="34"/>
                  </a:lnTo>
                  <a:lnTo>
                    <a:pt x="110" y="17"/>
                  </a:lnTo>
                  <a:lnTo>
                    <a:pt x="142" y="7"/>
                  </a:lnTo>
                  <a:lnTo>
                    <a:pt x="176" y="0"/>
                  </a:lnTo>
                  <a:close/>
                </a:path>
              </a:pathLst>
            </a:custGeom>
            <a:solidFill>
              <a:schemeClr val="tx1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7"/>
            <p:cNvSpPr>
              <a:spLocks/>
            </p:cNvSpPr>
            <p:nvPr/>
          </p:nvSpPr>
          <p:spPr bwMode="blackWhite">
            <a:xfrm>
              <a:off x="1711325" y="2765425"/>
              <a:ext cx="276225" cy="276225"/>
            </a:xfrm>
            <a:custGeom>
              <a:avLst/>
              <a:gdLst>
                <a:gd fmla="*/ 0 w 174" name="T0"/>
                <a:gd fmla="*/ 0 h 174" name="T1"/>
                <a:gd fmla="*/ 53975 w 174" name="T2"/>
                <a:gd fmla="*/ 11113 h 174" name="T3"/>
                <a:gd fmla="*/ 103188 w 174" name="T4"/>
                <a:gd fmla="*/ 26988 h 174" name="T5"/>
                <a:gd fmla="*/ 149225 w 174" name="T6"/>
                <a:gd fmla="*/ 53975 h 174" name="T7"/>
                <a:gd fmla="*/ 188913 w 174" name="T8"/>
                <a:gd fmla="*/ 87313 h 174" name="T9"/>
                <a:gd fmla="*/ 222250 w 174" name="T10"/>
                <a:gd fmla="*/ 127000 h 174" name="T11"/>
                <a:gd fmla="*/ 249238 w 174" name="T12"/>
                <a:gd fmla="*/ 173038 h 174" name="T13"/>
                <a:gd fmla="*/ 268288 w 174" name="T14"/>
                <a:gd fmla="*/ 222250 h 174" name="T15"/>
                <a:gd fmla="*/ 276225 w 174" name="T16"/>
                <a:gd fmla="*/ 276225 h 174" name="T17"/>
                <a:gd fmla="*/ 234950 w 174" name="T18"/>
                <a:gd fmla="*/ 276225 h 174" name="T19"/>
                <a:gd fmla="*/ 225425 w 174" name="T20"/>
                <a:gd fmla="*/ 225425 h 174" name="T21"/>
                <a:gd fmla="*/ 204788 w 174" name="T22"/>
                <a:gd fmla="*/ 177800 h 174" name="T23"/>
                <a:gd fmla="*/ 177800 w 174" name="T24"/>
                <a:gd fmla="*/ 134938 h 174" name="T25"/>
                <a:gd fmla="*/ 141288 w 174" name="T26"/>
                <a:gd fmla="*/ 98425 h 174" name="T27"/>
                <a:gd fmla="*/ 100013 w 174" name="T28"/>
                <a:gd fmla="*/ 71438 h 174" name="T29"/>
                <a:gd fmla="*/ 50800 w 174" name="T30"/>
                <a:gd fmla="*/ 50800 h 174" name="T31"/>
                <a:gd fmla="*/ 0 w 174" name="T32"/>
                <a:gd fmla="*/ 41275 h 174" name="T33"/>
                <a:gd fmla="*/ 0 w 174" name="T34"/>
                <a:gd fmla="*/ 0 h 174" name="T35"/>
                <a:gd fmla="*/ 0 60000 65536" name="T36"/>
                <a:gd fmla="*/ 0 60000 65536" name="T37"/>
                <a:gd fmla="*/ 0 60000 65536" name="T38"/>
                <a:gd fmla="*/ 0 60000 65536" name="T39"/>
                <a:gd fmla="*/ 0 60000 65536" name="T40"/>
                <a:gd fmla="*/ 0 60000 65536" name="T41"/>
                <a:gd fmla="*/ 0 60000 65536" name="T42"/>
                <a:gd fmla="*/ 0 60000 65536" name="T43"/>
                <a:gd fmla="*/ 0 60000 65536" name="T44"/>
                <a:gd fmla="*/ 0 60000 65536" name="T45"/>
                <a:gd fmla="*/ 0 60000 65536" name="T46"/>
                <a:gd fmla="*/ 0 60000 65536" name="T47"/>
                <a:gd fmla="*/ 0 60000 65536" name="T48"/>
                <a:gd fmla="*/ 0 60000 65536" name="T49"/>
                <a:gd fmla="*/ 0 60000 65536" name="T50"/>
                <a:gd fmla="*/ 0 60000 65536" name="T51"/>
                <a:gd fmla="*/ 0 60000 65536" name="T52"/>
                <a:gd fmla="*/ 0 60000 65536" name="T53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b="b" l="0" r="r" t="0"/>
              <a:pathLst>
                <a:path h="174" w="174">
                  <a:moveTo>
                    <a:pt x="0" y="0"/>
                  </a:moveTo>
                  <a:lnTo>
                    <a:pt x="34" y="7"/>
                  </a:lnTo>
                  <a:lnTo>
                    <a:pt x="65" y="17"/>
                  </a:lnTo>
                  <a:lnTo>
                    <a:pt x="94" y="34"/>
                  </a:lnTo>
                  <a:lnTo>
                    <a:pt x="119" y="55"/>
                  </a:lnTo>
                  <a:lnTo>
                    <a:pt x="140" y="80"/>
                  </a:lnTo>
                  <a:lnTo>
                    <a:pt x="157" y="109"/>
                  </a:lnTo>
                  <a:lnTo>
                    <a:pt x="169" y="140"/>
                  </a:lnTo>
                  <a:lnTo>
                    <a:pt x="174" y="174"/>
                  </a:lnTo>
                  <a:lnTo>
                    <a:pt x="148" y="174"/>
                  </a:lnTo>
                  <a:lnTo>
                    <a:pt x="142" y="142"/>
                  </a:lnTo>
                  <a:lnTo>
                    <a:pt x="129" y="112"/>
                  </a:lnTo>
                  <a:lnTo>
                    <a:pt x="112" y="85"/>
                  </a:lnTo>
                  <a:lnTo>
                    <a:pt x="89" y="62"/>
                  </a:lnTo>
                  <a:lnTo>
                    <a:pt x="63" y="45"/>
                  </a:lnTo>
                  <a:lnTo>
                    <a:pt x="32" y="32"/>
                  </a:lnTo>
                  <a:lnTo>
                    <a:pt x="0" y="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8"/>
            <p:cNvSpPr>
              <a:spLocks/>
            </p:cNvSpPr>
            <p:nvPr/>
          </p:nvSpPr>
          <p:spPr bwMode="blackWhite">
            <a:xfrm>
              <a:off x="1711325" y="3086100"/>
              <a:ext cx="276225" cy="274638"/>
            </a:xfrm>
            <a:custGeom>
              <a:avLst/>
              <a:gdLst>
                <a:gd fmla="*/ 234950 w 174" name="T0"/>
                <a:gd fmla="*/ 0 h 173" name="T1"/>
                <a:gd fmla="*/ 276225 w 174" name="T2"/>
                <a:gd fmla="*/ 0 h 173" name="T3"/>
                <a:gd fmla="*/ 268288 w 174" name="T4"/>
                <a:gd fmla="*/ 52388 h 173" name="T5"/>
                <a:gd fmla="*/ 249238 w 174" name="T6"/>
                <a:gd fmla="*/ 103188 h 173" name="T7"/>
                <a:gd fmla="*/ 222250 w 174" name="T8"/>
                <a:gd fmla="*/ 147638 h 173" name="T9"/>
                <a:gd fmla="*/ 188913 w 174" name="T10"/>
                <a:gd fmla="*/ 188913 h 173" name="T11"/>
                <a:gd fmla="*/ 149225 w 174" name="T12"/>
                <a:gd fmla="*/ 222250 h 173" name="T13"/>
                <a:gd fmla="*/ 103188 w 174" name="T14"/>
                <a:gd fmla="*/ 247650 h 173" name="T15"/>
                <a:gd fmla="*/ 53975 w 174" name="T16"/>
                <a:gd fmla="*/ 266700 h 173" name="T17"/>
                <a:gd fmla="*/ 0 w 174" name="T18"/>
                <a:gd fmla="*/ 274638 h 173" name="T19"/>
                <a:gd fmla="*/ 0 w 174" name="T20"/>
                <a:gd fmla="*/ 234950 h 173" name="T21"/>
                <a:gd fmla="*/ 50800 w 174" name="T22"/>
                <a:gd fmla="*/ 223838 h 173" name="T23"/>
                <a:gd fmla="*/ 100013 w 174" name="T24"/>
                <a:gd fmla="*/ 206375 h 173" name="T25"/>
                <a:gd fmla="*/ 141288 w 174" name="T26"/>
                <a:gd fmla="*/ 176213 h 173" name="T27"/>
                <a:gd fmla="*/ 177800 w 174" name="T28"/>
                <a:gd fmla="*/ 141288 h 173" name="T29"/>
                <a:gd fmla="*/ 204788 w 174" name="T30"/>
                <a:gd fmla="*/ 100013 h 173" name="T31"/>
                <a:gd fmla="*/ 225425 w 174" name="T32"/>
                <a:gd fmla="*/ 52388 h 173" name="T33"/>
                <a:gd fmla="*/ 234950 w 174" name="T34"/>
                <a:gd fmla="*/ 0 h 173" name="T35"/>
                <a:gd fmla="*/ 0 60000 65536" name="T36"/>
                <a:gd fmla="*/ 0 60000 65536" name="T37"/>
                <a:gd fmla="*/ 0 60000 65536" name="T38"/>
                <a:gd fmla="*/ 0 60000 65536" name="T39"/>
                <a:gd fmla="*/ 0 60000 65536" name="T40"/>
                <a:gd fmla="*/ 0 60000 65536" name="T41"/>
                <a:gd fmla="*/ 0 60000 65536" name="T42"/>
                <a:gd fmla="*/ 0 60000 65536" name="T43"/>
                <a:gd fmla="*/ 0 60000 65536" name="T44"/>
                <a:gd fmla="*/ 0 60000 65536" name="T45"/>
                <a:gd fmla="*/ 0 60000 65536" name="T46"/>
                <a:gd fmla="*/ 0 60000 65536" name="T47"/>
                <a:gd fmla="*/ 0 60000 65536" name="T48"/>
                <a:gd fmla="*/ 0 60000 65536" name="T49"/>
                <a:gd fmla="*/ 0 60000 65536" name="T50"/>
                <a:gd fmla="*/ 0 60000 65536" name="T51"/>
                <a:gd fmla="*/ 0 60000 65536" name="T52"/>
                <a:gd fmla="*/ 0 60000 65536" name="T53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b="b" l="0" r="r" t="0"/>
              <a:pathLst>
                <a:path h="173" w="174">
                  <a:moveTo>
                    <a:pt x="148" y="0"/>
                  </a:moveTo>
                  <a:lnTo>
                    <a:pt x="174" y="0"/>
                  </a:lnTo>
                  <a:lnTo>
                    <a:pt x="169" y="33"/>
                  </a:lnTo>
                  <a:lnTo>
                    <a:pt x="157" y="65"/>
                  </a:lnTo>
                  <a:lnTo>
                    <a:pt x="140" y="93"/>
                  </a:lnTo>
                  <a:lnTo>
                    <a:pt x="119" y="119"/>
                  </a:lnTo>
                  <a:lnTo>
                    <a:pt x="94" y="140"/>
                  </a:lnTo>
                  <a:lnTo>
                    <a:pt x="65" y="156"/>
                  </a:lnTo>
                  <a:lnTo>
                    <a:pt x="34" y="168"/>
                  </a:lnTo>
                  <a:lnTo>
                    <a:pt x="0" y="173"/>
                  </a:lnTo>
                  <a:lnTo>
                    <a:pt x="0" y="148"/>
                  </a:lnTo>
                  <a:lnTo>
                    <a:pt x="32" y="141"/>
                  </a:lnTo>
                  <a:lnTo>
                    <a:pt x="63" y="130"/>
                  </a:lnTo>
                  <a:lnTo>
                    <a:pt x="89" y="111"/>
                  </a:lnTo>
                  <a:lnTo>
                    <a:pt x="112" y="89"/>
                  </a:lnTo>
                  <a:lnTo>
                    <a:pt x="129" y="63"/>
                  </a:lnTo>
                  <a:lnTo>
                    <a:pt x="142" y="33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chemeClr val="tx1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9"/>
            <p:cNvSpPr>
              <a:spLocks/>
            </p:cNvSpPr>
            <p:nvPr/>
          </p:nvSpPr>
          <p:spPr bwMode="blackWhite">
            <a:xfrm>
              <a:off x="1392238" y="3086100"/>
              <a:ext cx="279400" cy="274638"/>
            </a:xfrm>
            <a:custGeom>
              <a:avLst/>
              <a:gdLst>
                <a:gd fmla="*/ 0 w 176" name="T0"/>
                <a:gd fmla="*/ 0 h 173" name="T1"/>
                <a:gd fmla="*/ 41275 w 176" name="T2"/>
                <a:gd fmla="*/ 0 h 173" name="T3"/>
                <a:gd fmla="*/ 50800 w 176" name="T4"/>
                <a:gd fmla="*/ 52388 h 173" name="T5"/>
                <a:gd fmla="*/ 71438 w 176" name="T6"/>
                <a:gd fmla="*/ 100013 h 173" name="T7"/>
                <a:gd fmla="*/ 100013 w 176" name="T8"/>
                <a:gd fmla="*/ 141288 h 173" name="T9"/>
                <a:gd fmla="*/ 134938 w 176" name="T10"/>
                <a:gd fmla="*/ 176213 h 173" name="T11"/>
                <a:gd fmla="*/ 177800 w 176" name="T12"/>
                <a:gd fmla="*/ 206375 h 173" name="T13"/>
                <a:gd fmla="*/ 227013 w 176" name="T14"/>
                <a:gd fmla="*/ 223838 h 173" name="T15"/>
                <a:gd fmla="*/ 279400 w 176" name="T16"/>
                <a:gd fmla="*/ 234950 h 173" name="T17"/>
                <a:gd fmla="*/ 279400 w 176" name="T18"/>
                <a:gd fmla="*/ 274638 h 173" name="T19"/>
                <a:gd fmla="*/ 225425 w 176" name="T20"/>
                <a:gd fmla="*/ 266700 h 173" name="T21"/>
                <a:gd fmla="*/ 174625 w 176" name="T22"/>
                <a:gd fmla="*/ 247650 h 173" name="T23"/>
                <a:gd fmla="*/ 128588 w 176" name="T24"/>
                <a:gd fmla="*/ 222250 h 173" name="T25"/>
                <a:gd fmla="*/ 87313 w 176" name="T26"/>
                <a:gd fmla="*/ 188913 h 173" name="T27"/>
                <a:gd fmla="*/ 53975 w 176" name="T28"/>
                <a:gd fmla="*/ 147638 h 173" name="T29"/>
                <a:gd fmla="*/ 26988 w 176" name="T30"/>
                <a:gd fmla="*/ 103188 h 173" name="T31"/>
                <a:gd fmla="*/ 11113 w 176" name="T32"/>
                <a:gd fmla="*/ 52388 h 173" name="T33"/>
                <a:gd fmla="*/ 0 w 176" name="T34"/>
                <a:gd fmla="*/ 0 h 173" name="T35"/>
                <a:gd fmla="*/ 0 60000 65536" name="T36"/>
                <a:gd fmla="*/ 0 60000 65536" name="T37"/>
                <a:gd fmla="*/ 0 60000 65536" name="T38"/>
                <a:gd fmla="*/ 0 60000 65536" name="T39"/>
                <a:gd fmla="*/ 0 60000 65536" name="T40"/>
                <a:gd fmla="*/ 0 60000 65536" name="T41"/>
                <a:gd fmla="*/ 0 60000 65536" name="T42"/>
                <a:gd fmla="*/ 0 60000 65536" name="T43"/>
                <a:gd fmla="*/ 0 60000 65536" name="T44"/>
                <a:gd fmla="*/ 0 60000 65536" name="T45"/>
                <a:gd fmla="*/ 0 60000 65536" name="T46"/>
                <a:gd fmla="*/ 0 60000 65536" name="T47"/>
                <a:gd fmla="*/ 0 60000 65536" name="T48"/>
                <a:gd fmla="*/ 0 60000 65536" name="T49"/>
                <a:gd fmla="*/ 0 60000 65536" name="T50"/>
                <a:gd fmla="*/ 0 60000 65536" name="T51"/>
                <a:gd fmla="*/ 0 60000 65536" name="T52"/>
                <a:gd fmla="*/ 0 60000 65536" name="T53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b="b" l="0" r="r" t="0"/>
              <a:pathLst>
                <a:path h="173" w="176">
                  <a:moveTo>
                    <a:pt x="0" y="0"/>
                  </a:moveTo>
                  <a:lnTo>
                    <a:pt x="26" y="0"/>
                  </a:lnTo>
                  <a:lnTo>
                    <a:pt x="32" y="33"/>
                  </a:lnTo>
                  <a:lnTo>
                    <a:pt x="45" y="63"/>
                  </a:lnTo>
                  <a:lnTo>
                    <a:pt x="63" y="89"/>
                  </a:lnTo>
                  <a:lnTo>
                    <a:pt x="85" y="111"/>
                  </a:lnTo>
                  <a:lnTo>
                    <a:pt x="112" y="130"/>
                  </a:lnTo>
                  <a:lnTo>
                    <a:pt x="143" y="141"/>
                  </a:lnTo>
                  <a:lnTo>
                    <a:pt x="176" y="148"/>
                  </a:lnTo>
                  <a:lnTo>
                    <a:pt x="176" y="173"/>
                  </a:lnTo>
                  <a:lnTo>
                    <a:pt x="142" y="168"/>
                  </a:lnTo>
                  <a:lnTo>
                    <a:pt x="110" y="156"/>
                  </a:lnTo>
                  <a:lnTo>
                    <a:pt x="81" y="140"/>
                  </a:lnTo>
                  <a:lnTo>
                    <a:pt x="55" y="119"/>
                  </a:lnTo>
                  <a:lnTo>
                    <a:pt x="34" y="93"/>
                  </a:lnTo>
                  <a:lnTo>
                    <a:pt x="17" y="65"/>
                  </a:lnTo>
                  <a:lnTo>
                    <a:pt x="7" y="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0"/>
            <p:cNvSpPr>
              <a:spLocks/>
            </p:cNvSpPr>
            <p:nvPr/>
          </p:nvSpPr>
          <p:spPr bwMode="blackWhite">
            <a:xfrm>
              <a:off x="1403350" y="176213"/>
              <a:ext cx="573087" cy="541338"/>
            </a:xfrm>
            <a:custGeom>
              <a:avLst/>
              <a:gdLst>
                <a:gd fmla="*/ 0 w 361" name="T0"/>
                <a:gd fmla="*/ 0 h 341" name="T1"/>
                <a:gd fmla="*/ 573087 w 361" name="T2"/>
                <a:gd fmla="*/ 0 h 341" name="T3"/>
                <a:gd fmla="*/ 573087 w 361" name="T4"/>
                <a:gd fmla="*/ 41275 h 341" name="T5"/>
                <a:gd fmla="*/ 234950 w 361" name="T6"/>
                <a:gd fmla="*/ 271463 h 341" name="T7"/>
                <a:gd fmla="*/ 573087 w 361" name="T8"/>
                <a:gd fmla="*/ 503238 h 341" name="T9"/>
                <a:gd fmla="*/ 573087 w 361" name="T10"/>
                <a:gd fmla="*/ 541338 h 341" name="T11"/>
                <a:gd fmla="*/ 0 w 361" name="T12"/>
                <a:gd fmla="*/ 541338 h 341" name="T13"/>
                <a:gd fmla="*/ 0 w 361" name="T14"/>
                <a:gd fmla="*/ 498475 h 341" name="T15"/>
                <a:gd fmla="*/ 498475 w 361" name="T16"/>
                <a:gd fmla="*/ 498475 h 341" name="T17"/>
                <a:gd fmla="*/ 168275 w 361" name="T18"/>
                <a:gd fmla="*/ 271463 h 341" name="T19"/>
                <a:gd fmla="*/ 168275 w 361" name="T20"/>
                <a:gd fmla="*/ 268288 h 341" name="T21"/>
                <a:gd fmla="*/ 498475 w 361" name="T22"/>
                <a:gd fmla="*/ 41275 h 341" name="T23"/>
                <a:gd fmla="*/ 0 w 361" name="T24"/>
                <a:gd fmla="*/ 41275 h 341" name="T25"/>
                <a:gd fmla="*/ 0 w 361" name="T26"/>
                <a:gd fmla="*/ 0 h 341" name="T27"/>
                <a:gd fmla="*/ 0 60000 65536" name="T28"/>
                <a:gd fmla="*/ 0 60000 65536" name="T29"/>
                <a:gd fmla="*/ 0 60000 65536" name="T30"/>
                <a:gd fmla="*/ 0 60000 65536" name="T31"/>
                <a:gd fmla="*/ 0 60000 65536" name="T32"/>
                <a:gd fmla="*/ 0 60000 65536" name="T33"/>
                <a:gd fmla="*/ 0 60000 65536" name="T34"/>
                <a:gd fmla="*/ 0 60000 65536" name="T35"/>
                <a:gd fmla="*/ 0 60000 65536" name="T36"/>
                <a:gd fmla="*/ 0 60000 65536" name="T37"/>
                <a:gd fmla="*/ 0 60000 65536" name="T38"/>
                <a:gd fmla="*/ 0 60000 65536" name="T39"/>
                <a:gd fmla="*/ 0 60000 65536" name="T40"/>
                <a:gd fmla="*/ 0 60000 65536" name="T41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b="b" l="0" r="r" t="0"/>
              <a:pathLst>
                <a:path h="341" w="361">
                  <a:moveTo>
                    <a:pt x="0" y="0"/>
                  </a:moveTo>
                  <a:lnTo>
                    <a:pt x="361" y="0"/>
                  </a:lnTo>
                  <a:lnTo>
                    <a:pt x="361" y="26"/>
                  </a:lnTo>
                  <a:lnTo>
                    <a:pt x="148" y="171"/>
                  </a:lnTo>
                  <a:lnTo>
                    <a:pt x="361" y="317"/>
                  </a:lnTo>
                  <a:lnTo>
                    <a:pt x="361" y="341"/>
                  </a:lnTo>
                  <a:lnTo>
                    <a:pt x="0" y="341"/>
                  </a:lnTo>
                  <a:lnTo>
                    <a:pt x="0" y="314"/>
                  </a:lnTo>
                  <a:lnTo>
                    <a:pt x="314" y="314"/>
                  </a:lnTo>
                  <a:lnTo>
                    <a:pt x="106" y="171"/>
                  </a:lnTo>
                  <a:lnTo>
                    <a:pt x="106" y="169"/>
                  </a:lnTo>
                  <a:lnTo>
                    <a:pt x="314" y="26"/>
                  </a:lnTo>
                  <a:lnTo>
                    <a:pt x="0" y="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11"/>
            <p:cNvSpPr>
              <a:spLocks noEditPoints="1"/>
            </p:cNvSpPr>
            <p:nvPr/>
          </p:nvSpPr>
          <p:spPr bwMode="blackWhite">
            <a:xfrm>
              <a:off x="1403350" y="825500"/>
              <a:ext cx="577850" cy="576263"/>
            </a:xfrm>
            <a:custGeom>
              <a:avLst/>
              <a:gdLst>
                <a:gd fmla="*/ 200025 w 364" name="T0"/>
                <a:gd fmla="*/ 136525 h 363" name="T1"/>
                <a:gd fmla="*/ 200025 w 364" name="T2"/>
                <a:gd fmla="*/ 436563 h 363" name="T3"/>
                <a:gd fmla="*/ 531813 w 364" name="T4"/>
                <a:gd fmla="*/ 287338 h 363" name="T5"/>
                <a:gd fmla="*/ 200025 w 364" name="T6"/>
                <a:gd fmla="*/ 136525 h 363" name="T7"/>
                <a:gd fmla="*/ 0 w 364" name="T8"/>
                <a:gd fmla="*/ 0 h 363" name="T9"/>
                <a:gd fmla="*/ 577850 w 364" name="T10"/>
                <a:gd fmla="*/ 266700 h 363" name="T11"/>
                <a:gd fmla="*/ 577850 w 364" name="T12"/>
                <a:gd fmla="*/ 307975 h 363" name="T13"/>
                <a:gd fmla="*/ 0 w 364" name="T14"/>
                <a:gd fmla="*/ 576263 h 363" name="T15"/>
                <a:gd fmla="*/ 0 w 364" name="T16"/>
                <a:gd fmla="*/ 528638 h 363" name="T17"/>
                <a:gd fmla="*/ 160338 w 364" name="T18"/>
                <a:gd fmla="*/ 455613 h 363" name="T19"/>
                <a:gd fmla="*/ 160338 w 364" name="T20"/>
                <a:gd fmla="*/ 117475 h 363" name="T21"/>
                <a:gd fmla="*/ 0 w 364" name="T22"/>
                <a:gd fmla="*/ 44450 h 363" name="T23"/>
                <a:gd fmla="*/ 0 w 364" name="T24"/>
                <a:gd fmla="*/ 0 h 363" name="T25"/>
                <a:gd fmla="*/ 0 60000 65536" name="T26"/>
                <a:gd fmla="*/ 0 60000 65536" name="T27"/>
                <a:gd fmla="*/ 0 60000 65536" name="T28"/>
                <a:gd fmla="*/ 0 60000 65536" name="T29"/>
                <a:gd fmla="*/ 0 60000 65536" name="T30"/>
                <a:gd fmla="*/ 0 60000 65536" name="T31"/>
                <a:gd fmla="*/ 0 60000 65536" name="T32"/>
                <a:gd fmla="*/ 0 60000 65536" name="T33"/>
                <a:gd fmla="*/ 0 60000 65536" name="T34"/>
                <a:gd fmla="*/ 0 60000 65536" name="T35"/>
                <a:gd fmla="*/ 0 60000 65536" name="T36"/>
                <a:gd fmla="*/ 0 60000 65536" name="T37"/>
                <a:gd fmla="*/ 0 60000 65536" name="T3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b="b" l="0" r="r" t="0"/>
              <a:pathLst>
                <a:path h="363" w="364">
                  <a:moveTo>
                    <a:pt x="126" y="86"/>
                  </a:moveTo>
                  <a:lnTo>
                    <a:pt x="126" y="275"/>
                  </a:lnTo>
                  <a:lnTo>
                    <a:pt x="335" y="181"/>
                  </a:lnTo>
                  <a:lnTo>
                    <a:pt x="126" y="86"/>
                  </a:lnTo>
                  <a:close/>
                  <a:moveTo>
                    <a:pt x="0" y="0"/>
                  </a:moveTo>
                  <a:lnTo>
                    <a:pt x="364" y="168"/>
                  </a:lnTo>
                  <a:lnTo>
                    <a:pt x="364" y="194"/>
                  </a:lnTo>
                  <a:lnTo>
                    <a:pt x="0" y="363"/>
                  </a:lnTo>
                  <a:lnTo>
                    <a:pt x="0" y="333"/>
                  </a:lnTo>
                  <a:lnTo>
                    <a:pt x="101" y="287"/>
                  </a:lnTo>
                  <a:lnTo>
                    <a:pt x="101" y="74"/>
                  </a:lnTo>
                  <a:lnTo>
                    <a:pt x="0" y="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12"/>
            <p:cNvSpPr>
              <a:spLocks/>
            </p:cNvSpPr>
            <p:nvPr/>
          </p:nvSpPr>
          <p:spPr bwMode="blackWhite">
            <a:xfrm>
              <a:off x="1403350" y="1455738"/>
              <a:ext cx="573087" cy="509588"/>
            </a:xfrm>
            <a:custGeom>
              <a:avLst/>
              <a:gdLst>
                <a:gd fmla="*/ 0 w 361" name="T0"/>
                <a:gd fmla="*/ 0 h 321" name="T1"/>
                <a:gd fmla="*/ 292100 w 361" name="T2"/>
                <a:gd fmla="*/ 231775 h 321" name="T3"/>
                <a:gd fmla="*/ 573087 w 361" name="T4"/>
                <a:gd fmla="*/ 9525 h 321" name="T5"/>
                <a:gd fmla="*/ 573087 w 361" name="T6"/>
                <a:gd fmla="*/ 60325 h 321" name="T7"/>
                <a:gd fmla="*/ 322262 w 361" name="T8"/>
                <a:gd fmla="*/ 255588 h 321" name="T9"/>
                <a:gd fmla="*/ 573087 w 361" name="T10"/>
                <a:gd fmla="*/ 450850 h 321" name="T11"/>
                <a:gd fmla="*/ 573087 w 361" name="T12"/>
                <a:gd fmla="*/ 501650 h 321" name="T13"/>
                <a:gd fmla="*/ 292100 w 361" name="T14"/>
                <a:gd fmla="*/ 280988 h 321" name="T15"/>
                <a:gd fmla="*/ 0 w 361" name="T16"/>
                <a:gd fmla="*/ 509588 h 321" name="T17"/>
                <a:gd fmla="*/ 0 w 361" name="T18"/>
                <a:gd fmla="*/ 460375 h 321" name="T19"/>
                <a:gd fmla="*/ 265112 w 361" name="T20"/>
                <a:gd fmla="*/ 254000 h 321" name="T21"/>
                <a:gd fmla="*/ 0 w 361" name="T22"/>
                <a:gd fmla="*/ 50800 h 321" name="T23"/>
                <a:gd fmla="*/ 0 w 361" name="T24"/>
                <a:gd fmla="*/ 0 h 321" name="T25"/>
                <a:gd fmla="*/ 0 60000 65536" name="T26"/>
                <a:gd fmla="*/ 0 60000 65536" name="T27"/>
                <a:gd fmla="*/ 0 60000 65536" name="T28"/>
                <a:gd fmla="*/ 0 60000 65536" name="T29"/>
                <a:gd fmla="*/ 0 60000 65536" name="T30"/>
                <a:gd fmla="*/ 0 60000 65536" name="T31"/>
                <a:gd fmla="*/ 0 60000 65536" name="T32"/>
                <a:gd fmla="*/ 0 60000 65536" name="T33"/>
                <a:gd fmla="*/ 0 60000 65536" name="T34"/>
                <a:gd fmla="*/ 0 60000 65536" name="T35"/>
                <a:gd fmla="*/ 0 60000 65536" name="T36"/>
                <a:gd fmla="*/ 0 60000 65536" name="T37"/>
                <a:gd fmla="*/ 0 60000 65536" name="T3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b="b" l="0" r="r" t="0"/>
              <a:pathLst>
                <a:path h="321" w="361">
                  <a:moveTo>
                    <a:pt x="0" y="0"/>
                  </a:moveTo>
                  <a:lnTo>
                    <a:pt x="184" y="146"/>
                  </a:lnTo>
                  <a:lnTo>
                    <a:pt x="361" y="6"/>
                  </a:lnTo>
                  <a:lnTo>
                    <a:pt x="361" y="38"/>
                  </a:lnTo>
                  <a:lnTo>
                    <a:pt x="203" y="161"/>
                  </a:lnTo>
                  <a:lnTo>
                    <a:pt x="361" y="284"/>
                  </a:lnTo>
                  <a:lnTo>
                    <a:pt x="361" y="316"/>
                  </a:lnTo>
                  <a:lnTo>
                    <a:pt x="184" y="177"/>
                  </a:lnTo>
                  <a:lnTo>
                    <a:pt x="0" y="321"/>
                  </a:lnTo>
                  <a:lnTo>
                    <a:pt x="0" y="290"/>
                  </a:lnTo>
                  <a:lnTo>
                    <a:pt x="167" y="160"/>
                  </a:lnTo>
                  <a:lnTo>
                    <a:pt x="0" y="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13"/>
            <p:cNvSpPr>
              <a:spLocks/>
            </p:cNvSpPr>
            <p:nvPr/>
          </p:nvSpPr>
          <p:spPr bwMode="blackWhite">
            <a:xfrm>
              <a:off x="1403350" y="2293938"/>
              <a:ext cx="573087" cy="404813"/>
            </a:xfrm>
            <a:custGeom>
              <a:avLst/>
              <a:gdLst>
                <a:gd fmla="*/ 0 w 361" name="T0"/>
                <a:gd fmla="*/ 0 h 255" name="T1"/>
                <a:gd fmla="*/ 573087 w 361" name="T2"/>
                <a:gd fmla="*/ 0 h 255" name="T3"/>
                <a:gd fmla="*/ 573087 w 361" name="T4"/>
                <a:gd fmla="*/ 404813 h 255" name="T5"/>
                <a:gd fmla="*/ 533400 w 361" name="T6"/>
                <a:gd fmla="*/ 404813 h 255" name="T7"/>
                <a:gd fmla="*/ 533400 w 361" name="T8"/>
                <a:gd fmla="*/ 42863 h 255" name="T9"/>
                <a:gd fmla="*/ 298450 w 361" name="T10"/>
                <a:gd fmla="*/ 42863 h 255" name="T11"/>
                <a:gd fmla="*/ 298450 w 361" name="T12"/>
                <a:gd fmla="*/ 368300 h 255" name="T13"/>
                <a:gd fmla="*/ 260350 w 361" name="T14"/>
                <a:gd fmla="*/ 368300 h 255" name="T15"/>
                <a:gd fmla="*/ 260350 w 361" name="T16"/>
                <a:gd fmla="*/ 42863 h 255" name="T17"/>
                <a:gd fmla="*/ 0 w 361" name="T18"/>
                <a:gd fmla="*/ 42863 h 255" name="T19"/>
                <a:gd fmla="*/ 0 w 361" name="T20"/>
                <a:gd fmla="*/ 0 h 255" name="T21"/>
                <a:gd fmla="*/ 0 60000 65536" name="T22"/>
                <a:gd fmla="*/ 0 60000 65536" name="T23"/>
                <a:gd fmla="*/ 0 60000 65536" name="T24"/>
                <a:gd fmla="*/ 0 60000 65536" name="T25"/>
                <a:gd fmla="*/ 0 60000 65536" name="T26"/>
                <a:gd fmla="*/ 0 60000 65536" name="T27"/>
                <a:gd fmla="*/ 0 60000 65536" name="T28"/>
                <a:gd fmla="*/ 0 60000 65536" name="T29"/>
                <a:gd fmla="*/ 0 60000 65536" name="T30"/>
                <a:gd fmla="*/ 0 60000 65536" name="T31"/>
                <a:gd fmla="*/ 0 60000 65536" name="T3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b="b" l="0" r="r" t="0"/>
              <a:pathLst>
                <a:path h="255" w="361">
                  <a:moveTo>
                    <a:pt x="0" y="0"/>
                  </a:moveTo>
                  <a:lnTo>
                    <a:pt x="361" y="0"/>
                  </a:lnTo>
                  <a:lnTo>
                    <a:pt x="361" y="255"/>
                  </a:lnTo>
                  <a:lnTo>
                    <a:pt x="336" y="255"/>
                  </a:lnTo>
                  <a:lnTo>
                    <a:pt x="336" y="27"/>
                  </a:lnTo>
                  <a:lnTo>
                    <a:pt x="188" y="27"/>
                  </a:lnTo>
                  <a:lnTo>
                    <a:pt x="188" y="232"/>
                  </a:lnTo>
                  <a:lnTo>
                    <a:pt x="164" y="232"/>
                  </a:lnTo>
                  <a:lnTo>
                    <a:pt x="164" y="27"/>
                  </a:lnTo>
                  <a:lnTo>
                    <a:pt x="0" y="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14"/>
            <p:cNvSpPr>
              <a:spLocks noEditPoints="1"/>
            </p:cNvSpPr>
            <p:nvPr/>
          </p:nvSpPr>
          <p:spPr bwMode="blackWhite">
            <a:xfrm>
              <a:off x="1403350" y="3494088"/>
              <a:ext cx="573087" cy="466725"/>
            </a:xfrm>
            <a:custGeom>
              <a:avLst/>
              <a:gdLst>
                <a:gd fmla="*/ 276225 w 361" name="T0"/>
                <a:gd fmla="*/ 42863 h 294" name="T1"/>
                <a:gd fmla="*/ 276225 w 361" name="T2"/>
                <a:gd fmla="*/ 236538 h 294" name="T3"/>
                <a:gd fmla="*/ 277812 w 361" name="T4"/>
                <a:gd fmla="*/ 276225 h 294" name="T5"/>
                <a:gd fmla="*/ 288925 w 361" name="T6"/>
                <a:gd fmla="*/ 311150 h 294" name="T7"/>
                <a:gd fmla="*/ 301625 w 361" name="T8"/>
                <a:gd fmla="*/ 342900 h 294" name="T9"/>
                <a:gd fmla="*/ 322262 w 361" name="T10"/>
                <a:gd fmla="*/ 366713 h 294" name="T11"/>
                <a:gd fmla="*/ 344487 w 361" name="T12"/>
                <a:gd fmla="*/ 387350 h 294" name="T13"/>
                <a:gd fmla="*/ 374650 w 361" name="T14"/>
                <a:gd fmla="*/ 398463 h 294" name="T15"/>
                <a:gd fmla="*/ 407987 w 361" name="T16"/>
                <a:gd fmla="*/ 403225 h 294" name="T17"/>
                <a:gd fmla="*/ 409575 w 361" name="T18"/>
                <a:gd fmla="*/ 403225 h 294" name="T19"/>
                <a:gd fmla="*/ 444500 w 361" name="T20"/>
                <a:gd fmla="*/ 398463 h 294" name="T21"/>
                <a:gd fmla="*/ 476250 w 361" name="T22"/>
                <a:gd fmla="*/ 384175 h 294" name="T23"/>
                <a:gd fmla="*/ 500062 w 361" name="T24"/>
                <a:gd fmla="*/ 360363 h 294" name="T25"/>
                <a:gd fmla="*/ 519112 w 361" name="T26"/>
                <a:gd fmla="*/ 327025 h 294" name="T27"/>
                <a:gd fmla="*/ 530225 w 361" name="T28"/>
                <a:gd fmla="*/ 285750 h 294" name="T29"/>
                <a:gd fmla="*/ 533400 w 361" name="T30"/>
                <a:gd fmla="*/ 238125 h 294" name="T31"/>
                <a:gd fmla="*/ 533400 w 361" name="T32"/>
                <a:gd fmla="*/ 42863 h 294" name="T33"/>
                <a:gd fmla="*/ 276225 w 361" name="T34"/>
                <a:gd fmla="*/ 42863 h 294" name="T35"/>
                <a:gd fmla="*/ 0 w 361" name="T36"/>
                <a:gd fmla="*/ 0 h 294" name="T37"/>
                <a:gd fmla="*/ 573087 w 361" name="T38"/>
                <a:gd fmla="*/ 0 h 294" name="T39"/>
                <a:gd fmla="*/ 573087 w 361" name="T40"/>
                <a:gd fmla="*/ 239713 h 294" name="T41"/>
                <a:gd fmla="*/ 569912 w 361" name="T42"/>
                <a:gd fmla="*/ 292100 h 294" name="T43"/>
                <a:gd fmla="*/ 558800 w 361" name="T44"/>
                <a:gd fmla="*/ 336550 h 294" name="T45"/>
                <a:gd fmla="*/ 539750 w 361" name="T46"/>
                <a:gd fmla="*/ 373063 h 294" name="T47"/>
                <a:gd fmla="*/ 515937 w 361" name="T48"/>
                <a:gd fmla="*/ 404813 h 294" name="T49"/>
                <a:gd fmla="*/ 485775 w 361" name="T50"/>
                <a:gd fmla="*/ 427038 h 294" name="T51"/>
                <a:gd fmla="*/ 450850 w 361" name="T52"/>
                <a:gd fmla="*/ 441325 h 294" name="T53"/>
                <a:gd fmla="*/ 411162 w 361" name="T54"/>
                <a:gd fmla="*/ 446088 h 294" name="T55"/>
                <a:gd fmla="*/ 409575 w 361" name="T56"/>
                <a:gd fmla="*/ 446088 h 294" name="T57"/>
                <a:gd fmla="*/ 369887 w 361" name="T58"/>
                <a:gd fmla="*/ 441325 h 294" name="T59"/>
                <a:gd fmla="*/ 336550 w 361" name="T60"/>
                <a:gd fmla="*/ 430213 h 294" name="T61"/>
                <a:gd fmla="*/ 309562 w 361" name="T62"/>
                <a:gd fmla="*/ 411163 h 294" name="T63"/>
                <a:gd fmla="*/ 284162 w 361" name="T64"/>
                <a:gd fmla="*/ 385763 h 294" name="T65"/>
                <a:gd fmla="*/ 265112 w 361" name="T66"/>
                <a:gd fmla="*/ 354013 h 294" name="T67"/>
                <a:gd fmla="*/ 254000 w 361" name="T68"/>
                <a:gd fmla="*/ 317500 h 294" name="T69"/>
                <a:gd fmla="*/ 244475 w 361" name="T70"/>
                <a:gd fmla="*/ 277813 h 294" name="T71"/>
                <a:gd fmla="*/ 0 w 361" name="T72"/>
                <a:gd fmla="*/ 466725 h 294" name="T73"/>
                <a:gd fmla="*/ 0 w 361" name="T74"/>
                <a:gd fmla="*/ 412750 h 294" name="T75"/>
                <a:gd fmla="*/ 236537 w 361" name="T76"/>
                <a:gd fmla="*/ 230188 h 294" name="T77"/>
                <a:gd fmla="*/ 236537 w 361" name="T78"/>
                <a:gd fmla="*/ 42863 h 294" name="T79"/>
                <a:gd fmla="*/ 0 w 361" name="T80"/>
                <a:gd fmla="*/ 42863 h 294" name="T81"/>
                <a:gd fmla="*/ 0 w 361" name="T82"/>
                <a:gd fmla="*/ 0 h 294" name="T83"/>
                <a:gd fmla="*/ 0 60000 65536" name="T84"/>
                <a:gd fmla="*/ 0 60000 65536" name="T85"/>
                <a:gd fmla="*/ 0 60000 65536" name="T86"/>
                <a:gd fmla="*/ 0 60000 65536" name="T87"/>
                <a:gd fmla="*/ 0 60000 65536" name="T88"/>
                <a:gd fmla="*/ 0 60000 65536" name="T89"/>
                <a:gd fmla="*/ 0 60000 65536" name="T90"/>
                <a:gd fmla="*/ 0 60000 65536" name="T91"/>
                <a:gd fmla="*/ 0 60000 65536" name="T92"/>
                <a:gd fmla="*/ 0 60000 65536" name="T93"/>
                <a:gd fmla="*/ 0 60000 65536" name="T94"/>
                <a:gd fmla="*/ 0 60000 65536" name="T95"/>
                <a:gd fmla="*/ 0 60000 65536" name="T96"/>
                <a:gd fmla="*/ 0 60000 65536" name="T97"/>
                <a:gd fmla="*/ 0 60000 65536" name="T98"/>
                <a:gd fmla="*/ 0 60000 65536" name="T99"/>
                <a:gd fmla="*/ 0 60000 65536" name="T100"/>
                <a:gd fmla="*/ 0 60000 65536" name="T101"/>
                <a:gd fmla="*/ 0 60000 65536" name="T102"/>
                <a:gd fmla="*/ 0 60000 65536" name="T103"/>
                <a:gd fmla="*/ 0 60000 65536" name="T104"/>
                <a:gd fmla="*/ 0 60000 65536" name="T105"/>
                <a:gd fmla="*/ 0 60000 65536" name="T106"/>
                <a:gd fmla="*/ 0 60000 65536" name="T107"/>
                <a:gd fmla="*/ 0 60000 65536" name="T108"/>
                <a:gd fmla="*/ 0 60000 65536" name="T109"/>
                <a:gd fmla="*/ 0 60000 65536" name="T110"/>
                <a:gd fmla="*/ 0 60000 65536" name="T111"/>
                <a:gd fmla="*/ 0 60000 65536" name="T112"/>
                <a:gd fmla="*/ 0 60000 65536" name="T113"/>
                <a:gd fmla="*/ 0 60000 65536" name="T114"/>
                <a:gd fmla="*/ 0 60000 65536" name="T115"/>
                <a:gd fmla="*/ 0 60000 65536" name="T116"/>
                <a:gd fmla="*/ 0 60000 65536" name="T117"/>
                <a:gd fmla="*/ 0 60000 65536" name="T118"/>
                <a:gd fmla="*/ 0 60000 65536" name="T119"/>
                <a:gd fmla="*/ 0 60000 65536" name="T120"/>
                <a:gd fmla="*/ 0 60000 65536" name="T121"/>
                <a:gd fmla="*/ 0 60000 65536" name="T122"/>
                <a:gd fmla="*/ 0 60000 65536" name="T123"/>
                <a:gd fmla="*/ 0 60000 65536" name="T124"/>
                <a:gd fmla="*/ 0 60000 65536" name="T125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b="b" l="0" r="r" t="0"/>
              <a:pathLst>
                <a:path h="294" w="361">
                  <a:moveTo>
                    <a:pt x="174" y="27"/>
                  </a:moveTo>
                  <a:lnTo>
                    <a:pt x="174" y="149"/>
                  </a:lnTo>
                  <a:lnTo>
                    <a:pt x="175" y="174"/>
                  </a:lnTo>
                  <a:lnTo>
                    <a:pt x="182" y="196"/>
                  </a:lnTo>
                  <a:lnTo>
                    <a:pt x="190" y="216"/>
                  </a:lnTo>
                  <a:lnTo>
                    <a:pt x="203" y="231"/>
                  </a:lnTo>
                  <a:lnTo>
                    <a:pt x="217" y="244"/>
                  </a:lnTo>
                  <a:lnTo>
                    <a:pt x="236" y="251"/>
                  </a:lnTo>
                  <a:lnTo>
                    <a:pt x="257" y="254"/>
                  </a:lnTo>
                  <a:lnTo>
                    <a:pt x="258" y="254"/>
                  </a:lnTo>
                  <a:lnTo>
                    <a:pt x="280" y="251"/>
                  </a:lnTo>
                  <a:lnTo>
                    <a:pt x="300" y="242"/>
                  </a:lnTo>
                  <a:lnTo>
                    <a:pt x="315" y="227"/>
                  </a:lnTo>
                  <a:lnTo>
                    <a:pt x="327" y="206"/>
                  </a:lnTo>
                  <a:lnTo>
                    <a:pt x="334" y="180"/>
                  </a:lnTo>
                  <a:lnTo>
                    <a:pt x="336" y="150"/>
                  </a:lnTo>
                  <a:lnTo>
                    <a:pt x="336" y="27"/>
                  </a:lnTo>
                  <a:lnTo>
                    <a:pt x="174" y="27"/>
                  </a:lnTo>
                  <a:close/>
                  <a:moveTo>
                    <a:pt x="0" y="0"/>
                  </a:moveTo>
                  <a:lnTo>
                    <a:pt x="361" y="0"/>
                  </a:lnTo>
                  <a:lnTo>
                    <a:pt x="361" y="151"/>
                  </a:lnTo>
                  <a:lnTo>
                    <a:pt x="359" y="184"/>
                  </a:lnTo>
                  <a:lnTo>
                    <a:pt x="352" y="212"/>
                  </a:lnTo>
                  <a:lnTo>
                    <a:pt x="340" y="235"/>
                  </a:lnTo>
                  <a:lnTo>
                    <a:pt x="325" y="255"/>
                  </a:lnTo>
                  <a:lnTo>
                    <a:pt x="306" y="269"/>
                  </a:lnTo>
                  <a:lnTo>
                    <a:pt x="284" y="278"/>
                  </a:lnTo>
                  <a:lnTo>
                    <a:pt x="259" y="281"/>
                  </a:lnTo>
                  <a:lnTo>
                    <a:pt x="258" y="281"/>
                  </a:lnTo>
                  <a:lnTo>
                    <a:pt x="233" y="278"/>
                  </a:lnTo>
                  <a:lnTo>
                    <a:pt x="212" y="271"/>
                  </a:lnTo>
                  <a:lnTo>
                    <a:pt x="195" y="259"/>
                  </a:lnTo>
                  <a:lnTo>
                    <a:pt x="179" y="243"/>
                  </a:lnTo>
                  <a:lnTo>
                    <a:pt x="167" y="223"/>
                  </a:lnTo>
                  <a:lnTo>
                    <a:pt x="160" y="200"/>
                  </a:lnTo>
                  <a:lnTo>
                    <a:pt x="154" y="175"/>
                  </a:lnTo>
                  <a:lnTo>
                    <a:pt x="0" y="294"/>
                  </a:lnTo>
                  <a:lnTo>
                    <a:pt x="0" y="260"/>
                  </a:lnTo>
                  <a:lnTo>
                    <a:pt x="149" y="145"/>
                  </a:lnTo>
                  <a:lnTo>
                    <a:pt x="149" y="27"/>
                  </a:lnTo>
                  <a:lnTo>
                    <a:pt x="0" y="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15"/>
            <p:cNvSpPr>
              <a:spLocks noEditPoints="1"/>
            </p:cNvSpPr>
            <p:nvPr/>
          </p:nvSpPr>
          <p:spPr bwMode="blackWhite">
            <a:xfrm>
              <a:off x="1403350" y="4116388"/>
              <a:ext cx="573087" cy="496888"/>
            </a:xfrm>
            <a:custGeom>
              <a:avLst/>
              <a:gdLst>
                <a:gd fmla="*/ 39687 w 361" name="T0"/>
                <a:gd fmla="*/ 44450 h 313" name="T1"/>
                <a:gd fmla="*/ 39687 w 361" name="T2"/>
                <a:gd fmla="*/ 192088 h 313" name="T3"/>
                <a:gd fmla="*/ 42862 w 361" name="T4"/>
                <a:gd fmla="*/ 250825 h 313" name="T5"/>
                <a:gd fmla="*/ 57150 w 361" name="T6"/>
                <a:gd fmla="*/ 300038 h 313" name="T7"/>
                <a:gd fmla="*/ 80962 w 361" name="T8"/>
                <a:gd fmla="*/ 346075 h 313" name="T9"/>
                <a:gd fmla="*/ 109537 w 361" name="T10"/>
                <a:gd fmla="*/ 382588 h 313" name="T11"/>
                <a:gd fmla="*/ 147637 w 361" name="T12"/>
                <a:gd fmla="*/ 412750 h 313" name="T13"/>
                <a:gd fmla="*/ 188912 w 361" name="T14"/>
                <a:gd fmla="*/ 434975 h 313" name="T15"/>
                <a:gd fmla="*/ 234950 w 361" name="T16"/>
                <a:gd fmla="*/ 447675 h 313" name="T17"/>
                <a:gd fmla="*/ 284162 w 361" name="T18"/>
                <a:gd fmla="*/ 454025 h 313" name="T19"/>
                <a:gd fmla="*/ 287337 w 361" name="T20"/>
                <a:gd fmla="*/ 454025 h 313" name="T21"/>
                <a:gd fmla="*/ 336550 w 361" name="T22"/>
                <a:gd fmla="*/ 447675 h 313" name="T23"/>
                <a:gd fmla="*/ 382587 w 361" name="T24"/>
                <a:gd fmla="*/ 434975 h 313" name="T25"/>
                <a:gd fmla="*/ 425450 w 361" name="T26"/>
                <a:gd fmla="*/ 412750 h 313" name="T27"/>
                <a:gd fmla="*/ 461962 w 361" name="T28"/>
                <a:gd fmla="*/ 382588 h 313" name="T29"/>
                <a:gd fmla="*/ 492125 w 361" name="T30"/>
                <a:gd fmla="*/ 346075 h 313" name="T31"/>
                <a:gd fmla="*/ 515937 w 361" name="T32"/>
                <a:gd fmla="*/ 300038 h 313" name="T33"/>
                <a:gd fmla="*/ 530225 w 361" name="T34"/>
                <a:gd fmla="*/ 250825 h 313" name="T35"/>
                <a:gd fmla="*/ 533400 w 361" name="T36"/>
                <a:gd fmla="*/ 192088 h 313" name="T37"/>
                <a:gd fmla="*/ 533400 w 361" name="T38"/>
                <a:gd fmla="*/ 44450 h 313" name="T39"/>
                <a:gd fmla="*/ 39687 w 361" name="T40"/>
                <a:gd fmla="*/ 44450 h 313" name="T41"/>
                <a:gd fmla="*/ 0 w 361" name="T42"/>
                <a:gd fmla="*/ 0 h 313" name="T43"/>
                <a:gd fmla="*/ 573087 w 361" name="T44"/>
                <a:gd fmla="*/ 0 h 313" name="T45"/>
                <a:gd fmla="*/ 573087 w 361" name="T46"/>
                <a:gd fmla="*/ 192088 h 313" name="T47"/>
                <a:gd fmla="*/ 569912 w 361" name="T48"/>
                <a:gd fmla="*/ 250825 h 313" name="T49"/>
                <a:gd fmla="*/ 557212 w 361" name="T50"/>
                <a:gd fmla="*/ 304800 h 313" name="T51"/>
                <a:gd fmla="*/ 536575 w 361" name="T52"/>
                <a:gd fmla="*/ 352425 h 313" name="T53"/>
                <a:gd fmla="*/ 509587 w 361" name="T54"/>
                <a:gd fmla="*/ 393700 h 313" name="T55"/>
                <a:gd fmla="*/ 473075 w 361" name="T56"/>
                <a:gd fmla="*/ 428625 h 313" name="T57"/>
                <a:gd fmla="*/ 434975 w 361" name="T58"/>
                <a:gd fmla="*/ 457200 h 313" name="T59"/>
                <a:gd fmla="*/ 390525 w 361" name="T60"/>
                <a:gd fmla="*/ 479425 h 313" name="T61"/>
                <a:gd fmla="*/ 341312 w 361" name="T62"/>
                <a:gd fmla="*/ 493713 h 313" name="T63"/>
                <a:gd fmla="*/ 288925 w 361" name="T64"/>
                <a:gd fmla="*/ 496888 h 313" name="T65"/>
                <a:gd fmla="*/ 287337 w 361" name="T66"/>
                <a:gd fmla="*/ 496888 h 313" name="T67"/>
                <a:gd fmla="*/ 234950 w 361" name="T68"/>
                <a:gd fmla="*/ 493713 h 313" name="T69"/>
                <a:gd fmla="*/ 184150 w 361" name="T70"/>
                <a:gd fmla="*/ 479425 h 313" name="T71"/>
                <a:gd fmla="*/ 141287 w 361" name="T72"/>
                <a:gd fmla="*/ 457200 h 313" name="T73"/>
                <a:gd fmla="*/ 101600 w 361" name="T74"/>
                <a:gd fmla="*/ 428625 h 313" name="T75"/>
                <a:gd fmla="*/ 66675 w 361" name="T76"/>
                <a:gd fmla="*/ 393700 h 313" name="T77"/>
                <a:gd fmla="*/ 39687 w 361" name="T78"/>
                <a:gd fmla="*/ 352425 h 313" name="T79"/>
                <a:gd fmla="*/ 19050 w 361" name="T80"/>
                <a:gd fmla="*/ 304800 h 313" name="T81"/>
                <a:gd fmla="*/ 3175 w 361" name="T82"/>
                <a:gd fmla="*/ 250825 h 313" name="T83"/>
                <a:gd fmla="*/ 0 w 361" name="T84"/>
                <a:gd fmla="*/ 192088 h 313" name="T85"/>
                <a:gd fmla="*/ 0 w 361" name="T86"/>
                <a:gd fmla="*/ 0 h 313" name="T87"/>
                <a:gd fmla="*/ 0 60000 65536" name="T88"/>
                <a:gd fmla="*/ 0 60000 65536" name="T89"/>
                <a:gd fmla="*/ 0 60000 65536" name="T90"/>
                <a:gd fmla="*/ 0 60000 65536" name="T91"/>
                <a:gd fmla="*/ 0 60000 65536" name="T92"/>
                <a:gd fmla="*/ 0 60000 65536" name="T93"/>
                <a:gd fmla="*/ 0 60000 65536" name="T94"/>
                <a:gd fmla="*/ 0 60000 65536" name="T95"/>
                <a:gd fmla="*/ 0 60000 65536" name="T96"/>
                <a:gd fmla="*/ 0 60000 65536" name="T97"/>
                <a:gd fmla="*/ 0 60000 65536" name="T98"/>
                <a:gd fmla="*/ 0 60000 65536" name="T99"/>
                <a:gd fmla="*/ 0 60000 65536" name="T100"/>
                <a:gd fmla="*/ 0 60000 65536" name="T101"/>
                <a:gd fmla="*/ 0 60000 65536" name="T102"/>
                <a:gd fmla="*/ 0 60000 65536" name="T103"/>
                <a:gd fmla="*/ 0 60000 65536" name="T104"/>
                <a:gd fmla="*/ 0 60000 65536" name="T105"/>
                <a:gd fmla="*/ 0 60000 65536" name="T106"/>
                <a:gd fmla="*/ 0 60000 65536" name="T107"/>
                <a:gd fmla="*/ 0 60000 65536" name="T108"/>
                <a:gd fmla="*/ 0 60000 65536" name="T109"/>
                <a:gd fmla="*/ 0 60000 65536" name="T110"/>
                <a:gd fmla="*/ 0 60000 65536" name="T111"/>
                <a:gd fmla="*/ 0 60000 65536" name="T112"/>
                <a:gd fmla="*/ 0 60000 65536" name="T113"/>
                <a:gd fmla="*/ 0 60000 65536" name="T114"/>
                <a:gd fmla="*/ 0 60000 65536" name="T115"/>
                <a:gd fmla="*/ 0 60000 65536" name="T116"/>
                <a:gd fmla="*/ 0 60000 65536" name="T117"/>
                <a:gd fmla="*/ 0 60000 65536" name="T118"/>
                <a:gd fmla="*/ 0 60000 65536" name="T119"/>
                <a:gd fmla="*/ 0 60000 65536" name="T120"/>
                <a:gd fmla="*/ 0 60000 65536" name="T121"/>
                <a:gd fmla="*/ 0 60000 65536" name="T122"/>
                <a:gd fmla="*/ 0 60000 65536" name="T123"/>
                <a:gd fmla="*/ 0 60000 65536" name="T124"/>
                <a:gd fmla="*/ 0 60000 65536" name="T125"/>
                <a:gd fmla="*/ 0 60000 65536" name="T126"/>
                <a:gd fmla="*/ 0 60000 65536" name="T127"/>
                <a:gd fmla="*/ 0 60000 65536" name="T128"/>
                <a:gd fmla="*/ 0 60000 65536" name="T129"/>
                <a:gd fmla="*/ 0 60000 65536" name="T130"/>
                <a:gd fmla="*/ 0 60000 65536" name="T131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b="b" l="0" r="r" t="0"/>
              <a:pathLst>
                <a:path h="313" w="361">
                  <a:moveTo>
                    <a:pt x="25" y="28"/>
                  </a:moveTo>
                  <a:lnTo>
                    <a:pt x="25" y="121"/>
                  </a:lnTo>
                  <a:lnTo>
                    <a:pt x="27" y="158"/>
                  </a:lnTo>
                  <a:lnTo>
                    <a:pt x="36" y="189"/>
                  </a:lnTo>
                  <a:lnTo>
                    <a:pt x="51" y="218"/>
                  </a:lnTo>
                  <a:lnTo>
                    <a:pt x="69" y="241"/>
                  </a:lnTo>
                  <a:lnTo>
                    <a:pt x="93" y="260"/>
                  </a:lnTo>
                  <a:lnTo>
                    <a:pt x="119" y="274"/>
                  </a:lnTo>
                  <a:lnTo>
                    <a:pt x="148" y="282"/>
                  </a:lnTo>
                  <a:lnTo>
                    <a:pt x="179" y="286"/>
                  </a:lnTo>
                  <a:lnTo>
                    <a:pt x="181" y="286"/>
                  </a:lnTo>
                  <a:lnTo>
                    <a:pt x="212" y="282"/>
                  </a:lnTo>
                  <a:lnTo>
                    <a:pt x="241" y="274"/>
                  </a:lnTo>
                  <a:lnTo>
                    <a:pt x="268" y="260"/>
                  </a:lnTo>
                  <a:lnTo>
                    <a:pt x="291" y="241"/>
                  </a:lnTo>
                  <a:lnTo>
                    <a:pt x="310" y="218"/>
                  </a:lnTo>
                  <a:lnTo>
                    <a:pt x="325" y="189"/>
                  </a:lnTo>
                  <a:lnTo>
                    <a:pt x="334" y="158"/>
                  </a:lnTo>
                  <a:lnTo>
                    <a:pt x="336" y="121"/>
                  </a:lnTo>
                  <a:lnTo>
                    <a:pt x="336" y="28"/>
                  </a:lnTo>
                  <a:lnTo>
                    <a:pt x="25" y="28"/>
                  </a:lnTo>
                  <a:close/>
                  <a:moveTo>
                    <a:pt x="0" y="0"/>
                  </a:moveTo>
                  <a:lnTo>
                    <a:pt x="361" y="0"/>
                  </a:lnTo>
                  <a:lnTo>
                    <a:pt x="361" y="121"/>
                  </a:lnTo>
                  <a:lnTo>
                    <a:pt x="359" y="158"/>
                  </a:lnTo>
                  <a:lnTo>
                    <a:pt x="351" y="192"/>
                  </a:lnTo>
                  <a:lnTo>
                    <a:pt x="338" y="222"/>
                  </a:lnTo>
                  <a:lnTo>
                    <a:pt x="321" y="248"/>
                  </a:lnTo>
                  <a:lnTo>
                    <a:pt x="298" y="270"/>
                  </a:lnTo>
                  <a:lnTo>
                    <a:pt x="274" y="288"/>
                  </a:lnTo>
                  <a:lnTo>
                    <a:pt x="246" y="302"/>
                  </a:lnTo>
                  <a:lnTo>
                    <a:pt x="215" y="311"/>
                  </a:lnTo>
                  <a:lnTo>
                    <a:pt x="182" y="313"/>
                  </a:lnTo>
                  <a:lnTo>
                    <a:pt x="181" y="313"/>
                  </a:lnTo>
                  <a:lnTo>
                    <a:pt x="148" y="311"/>
                  </a:lnTo>
                  <a:lnTo>
                    <a:pt x="116" y="302"/>
                  </a:lnTo>
                  <a:lnTo>
                    <a:pt x="89" y="288"/>
                  </a:lnTo>
                  <a:lnTo>
                    <a:pt x="64" y="270"/>
                  </a:lnTo>
                  <a:lnTo>
                    <a:pt x="42" y="248"/>
                  </a:lnTo>
                  <a:lnTo>
                    <a:pt x="25" y="222"/>
                  </a:lnTo>
                  <a:lnTo>
                    <a:pt x="12" y="192"/>
                  </a:lnTo>
                  <a:lnTo>
                    <a:pt x="2" y="158"/>
                  </a:lnTo>
                  <a:lnTo>
                    <a:pt x="0" y="1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16"/>
            <p:cNvSpPr>
              <a:spLocks/>
            </p:cNvSpPr>
            <p:nvPr/>
          </p:nvSpPr>
          <p:spPr bwMode="blackWhite">
            <a:xfrm>
              <a:off x="1403350" y="4748213"/>
              <a:ext cx="573087" cy="454025"/>
            </a:xfrm>
            <a:custGeom>
              <a:avLst/>
              <a:gdLst>
                <a:gd fmla="*/ 0 w 361" name="T0"/>
                <a:gd fmla="*/ 0 h 286" name="T1"/>
                <a:gd fmla="*/ 573087 w 361" name="T2"/>
                <a:gd fmla="*/ 0 h 286" name="T3"/>
                <a:gd fmla="*/ 573087 w 361" name="T4"/>
                <a:gd fmla="*/ 44450 h 286" name="T5"/>
                <a:gd fmla="*/ 307975 w 361" name="T6"/>
                <a:gd fmla="*/ 44450 h 286" name="T7"/>
                <a:gd fmla="*/ 307975 w 361" name="T8"/>
                <a:gd fmla="*/ 409575 h 286" name="T9"/>
                <a:gd fmla="*/ 573087 w 361" name="T10"/>
                <a:gd fmla="*/ 409575 h 286" name="T11"/>
                <a:gd fmla="*/ 573087 w 361" name="T12"/>
                <a:gd fmla="*/ 454025 h 286" name="T13"/>
                <a:gd fmla="*/ 0 w 361" name="T14"/>
                <a:gd fmla="*/ 454025 h 286" name="T15"/>
                <a:gd fmla="*/ 0 w 361" name="T16"/>
                <a:gd fmla="*/ 409575 h 286" name="T17"/>
                <a:gd fmla="*/ 268287 w 361" name="T18"/>
                <a:gd fmla="*/ 409575 h 286" name="T19"/>
                <a:gd fmla="*/ 268287 w 361" name="T20"/>
                <a:gd fmla="*/ 44450 h 286" name="T21"/>
                <a:gd fmla="*/ 0 w 361" name="T22"/>
                <a:gd fmla="*/ 44450 h 286" name="T23"/>
                <a:gd fmla="*/ 0 w 361" name="T24"/>
                <a:gd fmla="*/ 0 h 286" name="T25"/>
                <a:gd fmla="*/ 0 60000 65536" name="T26"/>
                <a:gd fmla="*/ 0 60000 65536" name="T27"/>
                <a:gd fmla="*/ 0 60000 65536" name="T28"/>
                <a:gd fmla="*/ 0 60000 65536" name="T29"/>
                <a:gd fmla="*/ 0 60000 65536" name="T30"/>
                <a:gd fmla="*/ 0 60000 65536" name="T31"/>
                <a:gd fmla="*/ 0 60000 65536" name="T32"/>
                <a:gd fmla="*/ 0 60000 65536" name="T33"/>
                <a:gd fmla="*/ 0 60000 65536" name="T34"/>
                <a:gd fmla="*/ 0 60000 65536" name="T35"/>
                <a:gd fmla="*/ 0 60000 65536" name="T36"/>
                <a:gd fmla="*/ 0 60000 65536" name="T37"/>
                <a:gd fmla="*/ 0 60000 65536" name="T3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b="b" l="0" r="r" t="0"/>
              <a:pathLst>
                <a:path h="286" w="361">
                  <a:moveTo>
                    <a:pt x="0" y="0"/>
                  </a:moveTo>
                  <a:lnTo>
                    <a:pt x="361" y="0"/>
                  </a:lnTo>
                  <a:lnTo>
                    <a:pt x="361" y="28"/>
                  </a:lnTo>
                  <a:lnTo>
                    <a:pt x="194" y="28"/>
                  </a:lnTo>
                  <a:lnTo>
                    <a:pt x="194" y="258"/>
                  </a:lnTo>
                  <a:lnTo>
                    <a:pt x="361" y="258"/>
                  </a:lnTo>
                  <a:lnTo>
                    <a:pt x="361" y="286"/>
                  </a:lnTo>
                  <a:lnTo>
                    <a:pt x="0" y="286"/>
                  </a:lnTo>
                  <a:lnTo>
                    <a:pt x="0" y="258"/>
                  </a:lnTo>
                  <a:lnTo>
                    <a:pt x="169" y="258"/>
                  </a:lnTo>
                  <a:lnTo>
                    <a:pt x="169" y="28"/>
                  </a:lnTo>
                  <a:lnTo>
                    <a:pt x="0" y="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17"/>
            <p:cNvSpPr>
              <a:spLocks noEditPoints="1"/>
            </p:cNvSpPr>
            <p:nvPr/>
          </p:nvSpPr>
          <p:spPr bwMode="blackWhite">
            <a:xfrm>
              <a:off x="1403350" y="5314950"/>
              <a:ext cx="577850" cy="574675"/>
            </a:xfrm>
            <a:custGeom>
              <a:avLst/>
              <a:gdLst>
                <a:gd fmla="*/ 200025 w 364" name="T0"/>
                <a:gd fmla="*/ 134938 h 362" name="T1"/>
                <a:gd fmla="*/ 200025 w 364" name="T2"/>
                <a:gd fmla="*/ 438150 h 362" name="T3"/>
                <a:gd fmla="*/ 531813 w 364" name="T4"/>
                <a:gd fmla="*/ 285750 h 362" name="T5"/>
                <a:gd fmla="*/ 200025 w 364" name="T6"/>
                <a:gd fmla="*/ 134938 h 362" name="T7"/>
                <a:gd fmla="*/ 0 w 364" name="T8"/>
                <a:gd fmla="*/ 0 h 362" name="T9"/>
                <a:gd fmla="*/ 577850 w 364" name="T10"/>
                <a:gd fmla="*/ 268288 h 362" name="T11"/>
                <a:gd fmla="*/ 577850 w 364" name="T12"/>
                <a:gd fmla="*/ 306388 h 362" name="T13"/>
                <a:gd fmla="*/ 0 w 364" name="T14"/>
                <a:gd fmla="*/ 574675 h 362" name="T15"/>
                <a:gd fmla="*/ 0 w 364" name="T16"/>
                <a:gd fmla="*/ 530225 h 362" name="T17"/>
                <a:gd fmla="*/ 160338 w 364" name="T18"/>
                <a:gd fmla="*/ 454025 h 362" name="T19"/>
                <a:gd fmla="*/ 160338 w 364" name="T20"/>
                <a:gd fmla="*/ 115888 h 362" name="T21"/>
                <a:gd fmla="*/ 0 w 364" name="T22"/>
                <a:gd fmla="*/ 42863 h 362" name="T23"/>
                <a:gd fmla="*/ 0 w 364" name="T24"/>
                <a:gd fmla="*/ 0 h 362" name="T25"/>
                <a:gd fmla="*/ 0 60000 65536" name="T26"/>
                <a:gd fmla="*/ 0 60000 65536" name="T27"/>
                <a:gd fmla="*/ 0 60000 65536" name="T28"/>
                <a:gd fmla="*/ 0 60000 65536" name="T29"/>
                <a:gd fmla="*/ 0 60000 65536" name="T30"/>
                <a:gd fmla="*/ 0 60000 65536" name="T31"/>
                <a:gd fmla="*/ 0 60000 65536" name="T32"/>
                <a:gd fmla="*/ 0 60000 65536" name="T33"/>
                <a:gd fmla="*/ 0 60000 65536" name="T34"/>
                <a:gd fmla="*/ 0 60000 65536" name="T35"/>
                <a:gd fmla="*/ 0 60000 65536" name="T36"/>
                <a:gd fmla="*/ 0 60000 65536" name="T37"/>
                <a:gd fmla="*/ 0 60000 65536" name="T3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b="b" l="0" r="r" t="0"/>
              <a:pathLst>
                <a:path h="362" w="364">
                  <a:moveTo>
                    <a:pt x="126" y="85"/>
                  </a:moveTo>
                  <a:lnTo>
                    <a:pt x="126" y="276"/>
                  </a:lnTo>
                  <a:lnTo>
                    <a:pt x="335" y="180"/>
                  </a:lnTo>
                  <a:lnTo>
                    <a:pt x="126" y="85"/>
                  </a:lnTo>
                  <a:close/>
                  <a:moveTo>
                    <a:pt x="0" y="0"/>
                  </a:moveTo>
                  <a:lnTo>
                    <a:pt x="364" y="169"/>
                  </a:lnTo>
                  <a:lnTo>
                    <a:pt x="364" y="193"/>
                  </a:lnTo>
                  <a:lnTo>
                    <a:pt x="0" y="362"/>
                  </a:lnTo>
                  <a:lnTo>
                    <a:pt x="0" y="334"/>
                  </a:lnTo>
                  <a:lnTo>
                    <a:pt x="101" y="286"/>
                  </a:lnTo>
                  <a:lnTo>
                    <a:pt x="101" y="73"/>
                  </a:lnTo>
                  <a:lnTo>
                    <a:pt x="0" y="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18"/>
            <p:cNvSpPr>
              <a:spLocks/>
            </p:cNvSpPr>
            <p:nvPr/>
          </p:nvSpPr>
          <p:spPr bwMode="blackWhite">
            <a:xfrm>
              <a:off x="1403350" y="6000750"/>
              <a:ext cx="573087" cy="539750"/>
            </a:xfrm>
            <a:custGeom>
              <a:avLst/>
              <a:gdLst>
                <a:gd fmla="*/ 0 w 361" name="T0"/>
                <a:gd fmla="*/ 0 h 340" name="T1"/>
                <a:gd fmla="*/ 573087 w 361" name="T2"/>
                <a:gd fmla="*/ 0 h 340" name="T3"/>
                <a:gd fmla="*/ 573087 w 361" name="T4"/>
                <a:gd fmla="*/ 39688 h 340" name="T5"/>
                <a:gd fmla="*/ 234950 w 361" name="T6"/>
                <a:gd fmla="*/ 269875 h 340" name="T7"/>
                <a:gd fmla="*/ 573087 w 361" name="T8"/>
                <a:gd fmla="*/ 500063 h 340" name="T9"/>
                <a:gd fmla="*/ 573087 w 361" name="T10"/>
                <a:gd fmla="*/ 539750 h 340" name="T11"/>
                <a:gd fmla="*/ 0 w 361" name="T12"/>
                <a:gd fmla="*/ 539750 h 340" name="T13"/>
                <a:gd fmla="*/ 0 w 361" name="T14"/>
                <a:gd fmla="*/ 498475 h 340" name="T15"/>
                <a:gd fmla="*/ 498475 w 361" name="T16"/>
                <a:gd fmla="*/ 498475 h 340" name="T17"/>
                <a:gd fmla="*/ 168275 w 361" name="T18"/>
                <a:gd fmla="*/ 271463 h 340" name="T19"/>
                <a:gd fmla="*/ 168275 w 361" name="T20"/>
                <a:gd fmla="*/ 268288 h 340" name="T21"/>
                <a:gd fmla="*/ 498475 w 361" name="T22"/>
                <a:gd fmla="*/ 41275 h 340" name="T23"/>
                <a:gd fmla="*/ 0 w 361" name="T24"/>
                <a:gd fmla="*/ 41275 h 340" name="T25"/>
                <a:gd fmla="*/ 0 w 361" name="T26"/>
                <a:gd fmla="*/ 0 h 340" name="T27"/>
                <a:gd fmla="*/ 0 60000 65536" name="T28"/>
                <a:gd fmla="*/ 0 60000 65536" name="T29"/>
                <a:gd fmla="*/ 0 60000 65536" name="T30"/>
                <a:gd fmla="*/ 0 60000 65536" name="T31"/>
                <a:gd fmla="*/ 0 60000 65536" name="T32"/>
                <a:gd fmla="*/ 0 60000 65536" name="T33"/>
                <a:gd fmla="*/ 0 60000 65536" name="T34"/>
                <a:gd fmla="*/ 0 60000 65536" name="T35"/>
                <a:gd fmla="*/ 0 60000 65536" name="T36"/>
                <a:gd fmla="*/ 0 60000 65536" name="T37"/>
                <a:gd fmla="*/ 0 60000 65536" name="T38"/>
                <a:gd fmla="*/ 0 60000 65536" name="T39"/>
                <a:gd fmla="*/ 0 60000 65536" name="T40"/>
                <a:gd fmla="*/ 0 60000 65536" name="T41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b="b" l="0" r="r" t="0"/>
              <a:pathLst>
                <a:path h="340" w="361">
                  <a:moveTo>
                    <a:pt x="0" y="0"/>
                  </a:moveTo>
                  <a:lnTo>
                    <a:pt x="361" y="0"/>
                  </a:lnTo>
                  <a:lnTo>
                    <a:pt x="361" y="25"/>
                  </a:lnTo>
                  <a:lnTo>
                    <a:pt x="148" y="170"/>
                  </a:lnTo>
                  <a:lnTo>
                    <a:pt x="361" y="315"/>
                  </a:lnTo>
                  <a:lnTo>
                    <a:pt x="361" y="340"/>
                  </a:lnTo>
                  <a:lnTo>
                    <a:pt x="0" y="340"/>
                  </a:lnTo>
                  <a:lnTo>
                    <a:pt x="0" y="314"/>
                  </a:lnTo>
                  <a:lnTo>
                    <a:pt x="314" y="314"/>
                  </a:lnTo>
                  <a:lnTo>
                    <a:pt x="106" y="171"/>
                  </a:lnTo>
                  <a:lnTo>
                    <a:pt x="106" y="169"/>
                  </a:lnTo>
                  <a:lnTo>
                    <a:pt x="314" y="26"/>
                  </a:lnTo>
                  <a:lnTo>
                    <a:pt x="0" y="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 accent1="accent1" accent2="accent2" accent3="accent3" accent4="accent4" accent5="accent5" accent6="accent6" bg1="dk2" bg2="dk1" folHlink="folHlink" hlink="hlink" tx1="lt1" tx2="lt2"/>
  <p:sldLayoutIdLst>
    <p:sldLayoutId id="2147483649" r:id="rId1"/>
    <p:sldLayoutId id="2147483650" r:id="rId2"/>
    <p:sldLayoutId id="2147483652" r:id="rId3"/>
    <p:sldLayoutId id="2147483665" r:id="rId4"/>
    <p:sldLayoutId id="2147483662" r:id="rId5"/>
    <p:sldLayoutId id="2147483663" r:id="rId6"/>
    <p:sldLayoutId id="2147483664" r:id="rId7"/>
    <p:sldLayoutId id="2147483654" r:id="rId8"/>
    <p:sldLayoutId id="2147483655" r:id="rId9"/>
  </p:sldLayoutIdLst>
  <p:txStyles>
    <p:titleStyle>
      <a:lvl1pPr algn="l" eaLnBrk="1" fontAlgn="base" hangingPunct="1" rtl="0">
        <a:lnSpc>
          <a:spcPct val="80000"/>
        </a:lnSpc>
        <a:spcBef>
          <a:spcPct val="0"/>
        </a:spcBef>
        <a:spcAft>
          <a:spcPct val="0"/>
        </a:spcAft>
        <a:defRPr b="1" sz="2700">
          <a:solidFill>
            <a:schemeClr val="tx2"/>
          </a:solidFill>
          <a:latin typeface="+mj-lt"/>
          <a:ea typeface="+mj-ea"/>
          <a:cs typeface="+mj-cs"/>
        </a:defRPr>
      </a:lvl1pPr>
      <a:lvl2pPr algn="l" eaLnBrk="1" fontAlgn="base" hangingPunct="1" rtl="0">
        <a:lnSpc>
          <a:spcPct val="80000"/>
        </a:lnSpc>
        <a:spcBef>
          <a:spcPct val="0"/>
        </a:spcBef>
        <a:spcAft>
          <a:spcPct val="0"/>
        </a:spcAft>
        <a:defRPr b="1" sz="3200">
          <a:solidFill>
            <a:schemeClr val="tx2"/>
          </a:solidFill>
          <a:latin charset="0" pitchFamily="34" typeface="Calibri"/>
          <a:cs charset="0" pitchFamily="34" typeface="Calibri"/>
        </a:defRPr>
      </a:lvl2pPr>
      <a:lvl3pPr algn="l" eaLnBrk="1" fontAlgn="base" hangingPunct="1" rtl="0">
        <a:lnSpc>
          <a:spcPct val="80000"/>
        </a:lnSpc>
        <a:spcBef>
          <a:spcPct val="0"/>
        </a:spcBef>
        <a:spcAft>
          <a:spcPct val="0"/>
        </a:spcAft>
        <a:defRPr b="1" sz="3200">
          <a:solidFill>
            <a:schemeClr val="tx2"/>
          </a:solidFill>
          <a:latin charset="0" pitchFamily="34" typeface="Calibri"/>
          <a:cs charset="0" pitchFamily="34" typeface="Calibri"/>
        </a:defRPr>
      </a:lvl3pPr>
      <a:lvl4pPr algn="l" eaLnBrk="1" fontAlgn="base" hangingPunct="1" rtl="0">
        <a:lnSpc>
          <a:spcPct val="80000"/>
        </a:lnSpc>
        <a:spcBef>
          <a:spcPct val="0"/>
        </a:spcBef>
        <a:spcAft>
          <a:spcPct val="0"/>
        </a:spcAft>
        <a:defRPr b="1" sz="3200">
          <a:solidFill>
            <a:schemeClr val="tx2"/>
          </a:solidFill>
          <a:latin charset="0" pitchFamily="34" typeface="Calibri"/>
          <a:cs charset="0" pitchFamily="34" typeface="Calibri"/>
        </a:defRPr>
      </a:lvl4pPr>
      <a:lvl5pPr algn="l" eaLnBrk="1" fontAlgn="base" hangingPunct="1" rtl="0">
        <a:lnSpc>
          <a:spcPct val="80000"/>
        </a:lnSpc>
        <a:spcBef>
          <a:spcPct val="0"/>
        </a:spcBef>
        <a:spcAft>
          <a:spcPct val="0"/>
        </a:spcAft>
        <a:defRPr b="1" sz="3200">
          <a:solidFill>
            <a:schemeClr val="tx2"/>
          </a:solidFill>
          <a:latin charset="0" pitchFamily="34" typeface="Calibri"/>
          <a:cs charset="0" pitchFamily="34" typeface="Calibri"/>
        </a:defRPr>
      </a:lvl5pPr>
      <a:lvl6pPr algn="l" eaLnBrk="1" fontAlgn="base" hangingPunct="1" marL="408179" rtl="0">
        <a:lnSpc>
          <a:spcPct val="80000"/>
        </a:lnSpc>
        <a:spcBef>
          <a:spcPct val="0"/>
        </a:spcBef>
        <a:spcAft>
          <a:spcPct val="0"/>
        </a:spcAft>
        <a:defRPr b="1" sz="3200">
          <a:solidFill>
            <a:schemeClr val="tx2"/>
          </a:solidFill>
          <a:latin charset="0" pitchFamily="34" typeface="Calibri"/>
          <a:cs charset="0" pitchFamily="34" typeface="Calibri"/>
        </a:defRPr>
      </a:lvl6pPr>
      <a:lvl7pPr algn="l" eaLnBrk="1" fontAlgn="base" hangingPunct="1" marL="816357" rtl="0">
        <a:lnSpc>
          <a:spcPct val="80000"/>
        </a:lnSpc>
        <a:spcBef>
          <a:spcPct val="0"/>
        </a:spcBef>
        <a:spcAft>
          <a:spcPct val="0"/>
        </a:spcAft>
        <a:defRPr b="1" sz="3200">
          <a:solidFill>
            <a:schemeClr val="tx2"/>
          </a:solidFill>
          <a:latin charset="0" pitchFamily="34" typeface="Calibri"/>
          <a:cs charset="0" pitchFamily="34" typeface="Calibri"/>
        </a:defRPr>
      </a:lvl7pPr>
      <a:lvl8pPr algn="l" eaLnBrk="1" fontAlgn="base" hangingPunct="1" marL="1224536" rtl="0">
        <a:lnSpc>
          <a:spcPct val="80000"/>
        </a:lnSpc>
        <a:spcBef>
          <a:spcPct val="0"/>
        </a:spcBef>
        <a:spcAft>
          <a:spcPct val="0"/>
        </a:spcAft>
        <a:defRPr b="1" sz="3200">
          <a:solidFill>
            <a:schemeClr val="tx2"/>
          </a:solidFill>
          <a:latin charset="0" pitchFamily="34" typeface="Calibri"/>
          <a:cs charset="0" pitchFamily="34" typeface="Calibri"/>
        </a:defRPr>
      </a:lvl8pPr>
      <a:lvl9pPr algn="l" eaLnBrk="1" fontAlgn="base" hangingPunct="1" marL="1632715" rtl="0">
        <a:lnSpc>
          <a:spcPct val="80000"/>
        </a:lnSpc>
        <a:spcBef>
          <a:spcPct val="0"/>
        </a:spcBef>
        <a:spcAft>
          <a:spcPct val="0"/>
        </a:spcAft>
        <a:defRPr b="1" sz="3200">
          <a:solidFill>
            <a:schemeClr val="tx2"/>
          </a:solidFill>
          <a:latin charset="0" pitchFamily="34" typeface="Calibri"/>
          <a:cs charset="0" pitchFamily="34" typeface="Calibri"/>
        </a:defRPr>
      </a:lvl9pPr>
    </p:titleStyle>
    <p:bodyStyle>
      <a:lvl1pPr algn="l" eaLnBrk="1" fontAlgn="base" hangingPunct="1" indent="-306134" marL="306134" rtl="0">
        <a:spcBef>
          <a:spcPct val="25000"/>
        </a:spcBef>
        <a:spcAft>
          <a:spcPct val="25000"/>
        </a:spcAft>
        <a:buFont charset="0" pitchFamily="2" typeface="Max Fordham bullet"/>
        <a:buChar char="O"/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algn="l" eaLnBrk="1" fontAlgn="base" hangingPunct="1" indent="-255112" marL="663290" rtl="0">
        <a:spcBef>
          <a:spcPct val="25000"/>
        </a:spcBef>
        <a:spcAft>
          <a:spcPct val="25000"/>
        </a:spcAft>
        <a:buFont charset="0" pitchFamily="2" typeface="Max Fordham bullet"/>
        <a:buChar char="O"/>
        <a:defRPr sz="1800">
          <a:solidFill>
            <a:schemeClr val="tx1"/>
          </a:solidFill>
          <a:latin typeface="+mn-lt"/>
          <a:cs typeface="+mn-cs"/>
        </a:defRPr>
      </a:lvl2pPr>
      <a:lvl3pPr algn="l" eaLnBrk="1" fontAlgn="base" hangingPunct="1" indent="-204089" marL="1020446" rtl="0">
        <a:spcBef>
          <a:spcPct val="25000"/>
        </a:spcBef>
        <a:spcAft>
          <a:spcPct val="25000"/>
        </a:spcAft>
        <a:buFont charset="0" pitchFamily="2" typeface="Max Fordham bullet"/>
        <a:buChar char="O"/>
        <a:defRPr sz="1500">
          <a:solidFill>
            <a:schemeClr val="tx1"/>
          </a:solidFill>
          <a:latin typeface="+mn-lt"/>
          <a:cs typeface="+mn-cs"/>
        </a:defRPr>
      </a:lvl3pPr>
      <a:lvl4pPr algn="l" eaLnBrk="1" fontAlgn="base" hangingPunct="1" indent="-204089" marL="1428625" rtl="0">
        <a:spcBef>
          <a:spcPct val="25000"/>
        </a:spcBef>
        <a:spcAft>
          <a:spcPct val="25000"/>
        </a:spcAft>
        <a:buFont charset="0" pitchFamily="2" typeface="Max Fordham bullet"/>
        <a:buChar char="O"/>
        <a:defRPr sz="1300">
          <a:solidFill>
            <a:schemeClr val="tx1"/>
          </a:solidFill>
          <a:latin typeface="+mn-lt"/>
          <a:cs typeface="+mn-cs"/>
        </a:defRPr>
      </a:lvl4pPr>
      <a:lvl5pPr algn="l" eaLnBrk="1" fontAlgn="base" hangingPunct="1" indent="-204089" marL="1836804" rtl="0">
        <a:spcBef>
          <a:spcPct val="25000"/>
        </a:spcBef>
        <a:spcAft>
          <a:spcPct val="25000"/>
        </a:spcAft>
        <a:buFont charset="0" pitchFamily="2" typeface="Max Fordham bullet"/>
        <a:buChar char="O"/>
        <a:defRPr sz="1300">
          <a:solidFill>
            <a:schemeClr val="tx1"/>
          </a:solidFill>
          <a:latin typeface="+mn-lt"/>
          <a:cs typeface="+mn-cs"/>
        </a:defRPr>
      </a:lvl5pPr>
      <a:lvl6pPr algn="l" eaLnBrk="1" fontAlgn="base" hangingPunct="1" indent="-204089" marL="2244982" rtl="0">
        <a:spcBef>
          <a:spcPct val="25000"/>
        </a:spcBef>
        <a:spcAft>
          <a:spcPct val="25000"/>
        </a:spcAft>
        <a:buFont charset="0" pitchFamily="2" typeface="Max Fordham bullet"/>
        <a:buChar char="O"/>
        <a:defRPr sz="1400">
          <a:solidFill>
            <a:schemeClr val="tx1"/>
          </a:solidFill>
          <a:latin typeface="+mn-lt"/>
          <a:cs typeface="+mn-cs"/>
        </a:defRPr>
      </a:lvl6pPr>
      <a:lvl7pPr algn="l" eaLnBrk="1" fontAlgn="base" hangingPunct="1" indent="-204089" marL="2653161" rtl="0">
        <a:spcBef>
          <a:spcPct val="25000"/>
        </a:spcBef>
        <a:spcAft>
          <a:spcPct val="25000"/>
        </a:spcAft>
        <a:buFont charset="0" pitchFamily="2" typeface="Max Fordham bullet"/>
        <a:buChar char="O"/>
        <a:defRPr sz="1400">
          <a:solidFill>
            <a:schemeClr val="tx1"/>
          </a:solidFill>
          <a:latin typeface="+mn-lt"/>
          <a:cs typeface="+mn-cs"/>
        </a:defRPr>
      </a:lvl7pPr>
      <a:lvl8pPr algn="l" eaLnBrk="1" fontAlgn="base" hangingPunct="1" indent="-204089" marL="3061340" rtl="0">
        <a:spcBef>
          <a:spcPct val="25000"/>
        </a:spcBef>
        <a:spcAft>
          <a:spcPct val="25000"/>
        </a:spcAft>
        <a:buFont charset="0" pitchFamily="2" typeface="Max Fordham bullet"/>
        <a:buChar char="O"/>
        <a:defRPr sz="1400">
          <a:solidFill>
            <a:schemeClr val="tx1"/>
          </a:solidFill>
          <a:latin typeface="+mn-lt"/>
          <a:cs typeface="+mn-cs"/>
        </a:defRPr>
      </a:lvl8pPr>
      <a:lvl9pPr algn="l" eaLnBrk="1" fontAlgn="base" hangingPunct="1" indent="-204089" marL="3469518" rtl="0">
        <a:spcBef>
          <a:spcPct val="25000"/>
        </a:spcBef>
        <a:spcAft>
          <a:spcPct val="25000"/>
        </a:spcAft>
        <a:buFont charset="0" pitchFamily="2" typeface="Max Fordham bullet"/>
        <a:buChar char="O"/>
        <a:defRPr sz="14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algn="l" defTabSz="816357" eaLnBrk="1" hangingPunct="1" latinLnBrk="0" marL="0" rtl="0">
        <a:defRPr kern="1200" sz="1600">
          <a:solidFill>
            <a:schemeClr val="tx1"/>
          </a:solidFill>
          <a:latin typeface="+mn-lt"/>
          <a:ea typeface="+mn-ea"/>
          <a:cs typeface="+mn-cs"/>
        </a:defRPr>
      </a:lvl1pPr>
      <a:lvl2pPr algn="l" defTabSz="816357" eaLnBrk="1" hangingPunct="1" latinLnBrk="0" marL="408179" rtl="0"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816357" eaLnBrk="1" hangingPunct="1" latinLnBrk="0" marL="816357" rtl="0"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816357" eaLnBrk="1" hangingPunct="1" latinLnBrk="0" marL="1224536" rtl="0"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816357" eaLnBrk="1" hangingPunct="1" latinLnBrk="0" marL="1632715" rtl="0"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816357" eaLnBrk="1" hangingPunct="1" latinLnBrk="0" marL="2040893" rtl="0">
        <a:defRPr kern="1200" sz="1600">
          <a:solidFill>
            <a:schemeClr val="tx1"/>
          </a:solidFill>
          <a:latin typeface="+mn-lt"/>
          <a:ea typeface="+mn-ea"/>
          <a:cs typeface="+mn-cs"/>
        </a:defRPr>
      </a:lvl6pPr>
      <a:lvl7pPr algn="l" defTabSz="816357" eaLnBrk="1" hangingPunct="1" latinLnBrk="0" marL="2449072" rtl="0">
        <a:defRPr kern="1200" sz="1600">
          <a:solidFill>
            <a:schemeClr val="tx1"/>
          </a:solidFill>
          <a:latin typeface="+mn-lt"/>
          <a:ea typeface="+mn-ea"/>
          <a:cs typeface="+mn-cs"/>
        </a:defRPr>
      </a:lvl7pPr>
      <a:lvl8pPr algn="l" defTabSz="816357" eaLnBrk="1" hangingPunct="1" latinLnBrk="0" marL="2857250" rtl="0">
        <a:defRPr kern="1200" sz="1600">
          <a:solidFill>
            <a:schemeClr val="tx1"/>
          </a:solidFill>
          <a:latin typeface="+mn-lt"/>
          <a:ea typeface="+mn-ea"/>
          <a:cs typeface="+mn-cs"/>
        </a:defRPr>
      </a:lvl8pPr>
      <a:lvl9pPr algn="l" defTabSz="816357" eaLnBrk="1" hangingPunct="1" latinLnBrk="0" marL="3265428" rtl="0">
        <a:defRPr kern="1200" sz="16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aectemplater.maxfordham.com" TargetMode="External" /><Relationship Id="rId3" Type="http://schemas.openxmlformats.org/officeDocument/2006/relationships/hyperlink" Target="https://toolbox.maxfordham.com" TargetMode="External" /><Relationship Id="rId4" Type="http://schemas.openxmlformats.org/officeDocument/2006/relationships/hyperlink" Target="https://wiki.maxfordham.com/digital-schedules-docs/aecschedule/" TargetMode="External" /><Relationship Id="rId5" Type="http://schemas.openxmlformats.org/officeDocument/2006/relationships/hyperlink" Target="https://wiki.maxfordham.com/digital-schedules-docs/digital-schedules-adoption/" TargetMode="External" /><Relationship Id="rId6" Type="http://schemas.openxmlformats.org/officeDocument/2006/relationships/hyperlink" Target="https://wiki.maxfordham.com/digital-schedules-docs/equipment-browser/" TargetMode="Externa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toolbox.maxfordham.com" TargetMode="External" /><Relationship Id="rId3" Type="http://schemas.openxmlformats.org/officeDocument/2006/relationships/hyperlink" Target="https://wiki.maxfordham.com/Main/POEAnnualEnergy" TargetMode="Externa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 noGrp="1"/>
          </p:cNvSpPr>
          <p:nvPr>
            <p:ph hasCustomPrompt="1" type="ctrTitle"/>
          </p:nvPr>
        </p:nvSpPr>
        <p:spPr>
          <a:xfrm>
            <a:off x="431801" y="396427"/>
            <a:ext cx="5580063" cy="1198630"/>
          </a:xfrm>
        </p:spPr>
        <p:txBody>
          <a:bodyPr/>
          <a:lstStyle/>
          <a:p>
            <a:pPr lvl="0" indent="0" marL="0">
              <a:buNone/>
            </a:pPr>
            <a:r>
              <a:rPr/>
              <a:t>Net Zero Carbon Metrics</a:t>
            </a:r>
          </a:p>
        </p:txBody>
      </p:sp>
      <p:sp>
        <p:nvSpPr>
          <p:cNvPr id="4099" name="Rectangle 3"/>
          <p:cNvSpPr>
            <a:spLocks noChangeArrowheads="1" noGrp="1"/>
          </p:cNvSpPr>
          <p:nvPr>
            <p:ph hasCustomPrompt="1" idx="1" type="subTitle"/>
          </p:nvPr>
        </p:nvSpPr>
        <p:spPr>
          <a:xfrm>
            <a:off x="431801" y="1617821"/>
            <a:ext cx="6376987" cy="1092994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John Gunstone</a:t>
            </a:r>
          </a:p>
        </p:txBody>
      </p:sp>
      <p:sp/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 noGrp="1"/>
          </p:cNvSpPr>
          <p:nvPr>
            <p:ph hasCustomPrompt="1" type="ctrTitle"/>
          </p:nvPr>
        </p:nvSpPr>
        <p:spPr>
          <a:xfrm>
            <a:off x="431801" y="396427"/>
            <a:ext cx="5580063" cy="119863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Background Info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hasCustomPrompt="1" type="title"/>
          </p:nvPr>
        </p:nvSpPr>
        <p:spPr>
          <a:xfrm>
            <a:off x="419100" y="155973"/>
            <a:ext cx="8066114" cy="648703"/>
          </a:xfrm>
        </p:spPr>
        <p:txBody>
          <a:bodyPr/>
          <a:lstStyle/>
          <a:p>
            <a:pPr lvl="0" indent="0" marL="0">
              <a:buNone/>
            </a:pPr>
            <a:r>
              <a:rPr/>
              <a:t>Overview of Information supporting Core Service</a:t>
            </a:r>
          </a:p>
        </p:txBody>
      </p:sp>
      <p:pic>
        <p:nvPicPr>
          <p:cNvPr descr="images/riba-workstages-action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2600" y="1054100"/>
            <a:ext cx="7950200" cy="3810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hasCustomPrompt="1" type="title"/>
          </p:nvPr>
        </p:nvSpPr>
        <p:spPr>
          <a:xfrm>
            <a:off x="419100" y="155973"/>
            <a:ext cx="8066114" cy="648703"/>
          </a:xfrm>
        </p:spPr>
        <p:txBody>
          <a:bodyPr/>
          <a:lstStyle/>
          <a:p>
            <a:pPr lvl="0" indent="0" marL="0">
              <a:buNone/>
            </a:pPr>
            <a:r>
              <a:rPr/>
              <a:t>Digital Infrastructure - Tech Stack</a:t>
            </a:r>
          </a:p>
        </p:txBody>
      </p:sp>
      <p:pic>
        <p:nvPicPr>
          <p:cNvPr descr="images/digital-infrastructur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2600" y="1054100"/>
            <a:ext cx="7950200" cy="3810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hasCustomPrompt="1" type="title"/>
          </p:nvPr>
        </p:nvSpPr>
        <p:spPr>
          <a:xfrm>
            <a:off x="419100" y="155973"/>
            <a:ext cx="8066114" cy="648703"/>
          </a:xfrm>
        </p:spPr>
        <p:txBody>
          <a:bodyPr/>
          <a:lstStyle/>
          <a:p>
            <a:pPr lvl="0" indent="0" marL="0">
              <a:buNone/>
            </a:pPr>
            <a:r>
              <a:rPr/>
              <a:t>Digital Schedules - Equipment</a:t>
            </a:r>
          </a:p>
        </p:txBody>
      </p:sp>
      <p:pic>
        <p:nvPicPr>
          <p:cNvPr descr="images/digital-schedules-now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2600" y="1054100"/>
            <a:ext cx="7950200" cy="3810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hasCustomPrompt="1" type="title"/>
          </p:nvPr>
        </p:nvSpPr>
        <p:spPr>
          <a:xfrm>
            <a:off x="419100" y="155973"/>
            <a:ext cx="8066114" cy="648703"/>
          </a:xfrm>
        </p:spPr>
        <p:txBody>
          <a:bodyPr/>
          <a:lstStyle/>
          <a:p>
            <a:pPr lvl="0" indent="0" marL="0">
              <a:buNone/>
            </a:pPr>
            <a:r>
              <a:rPr/>
              <a:t>Digital Schedules - Equipment - Links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hlinkClick r:id="rId2"/>
              </a:rPr>
              <a:t>templates and properties</a:t>
            </a:r>
          </a:p>
          <a:p>
            <a:pPr lvl="0"/>
            <a:r>
              <a:rPr>
                <a:hlinkClick r:id="rId3"/>
              </a:rPr>
              <a:t>aecschedule app on toolbox</a:t>
            </a:r>
          </a:p>
          <a:p>
            <a:pPr lvl="1"/>
            <a:r>
              <a:rPr/>
              <a:t>for saving project data to templates</a:t>
            </a:r>
          </a:p>
          <a:p>
            <a:pPr lvl="0"/>
            <a:r>
              <a:rPr>
                <a:hlinkClick r:id="rId4"/>
              </a:rPr>
              <a:t>documentation on the Wiki</a:t>
            </a:r>
          </a:p>
          <a:p>
            <a:pPr lvl="1"/>
            <a:r>
              <a:rPr>
                <a:hlinkClick r:id="rId5"/>
              </a:rPr>
              <a:t>features live dashboard of adoption</a:t>
            </a:r>
          </a:p>
          <a:p>
            <a:pPr lvl="1"/>
            <a:r>
              <a:rPr>
                <a:hlinkClick r:id="rId6"/>
              </a:rPr>
              <a:t>and equipment browser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hasCustomPrompt="1" type="title"/>
          </p:nvPr>
        </p:nvSpPr>
        <p:spPr>
          <a:xfrm>
            <a:off x="419100" y="155973"/>
            <a:ext cx="8066114" cy="648703"/>
          </a:xfrm>
        </p:spPr>
        <p:txBody>
          <a:bodyPr/>
          <a:lstStyle/>
          <a:p>
            <a:pPr lvl="0" indent="0" marL="0">
              <a:buNone/>
            </a:pPr>
            <a:r>
              <a:rPr/>
              <a:t>Digital Schedules - Room Data Sheets</a:t>
            </a:r>
          </a:p>
        </p:txBody>
      </p:sp>
      <p:pic>
        <p:nvPicPr>
          <p:cNvPr descr="images/digital-schedules-rd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2600" y="1054100"/>
            <a:ext cx="7950200" cy="3810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hasCustomPrompt="1" type="title"/>
          </p:nvPr>
        </p:nvSpPr>
        <p:spPr>
          <a:xfrm>
            <a:off x="419100" y="155973"/>
            <a:ext cx="8066114" cy="648703"/>
          </a:xfrm>
        </p:spPr>
        <p:txBody>
          <a:bodyPr/>
          <a:lstStyle/>
          <a:p>
            <a:pPr lvl="0" indent="0" marL="0">
              <a:buNone/>
            </a:pPr>
            <a:r>
              <a:rPr/>
              <a:t>Digital Infrastructure - More Apps</a:t>
            </a:r>
          </a:p>
        </p:txBody>
      </p:sp>
      <p:pic>
        <p:nvPicPr>
          <p:cNvPr descr="images/digital-schedules-more-app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2600" y="1054100"/>
            <a:ext cx="7950200" cy="3810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hasCustomPrompt="1" type="title"/>
          </p:nvPr>
        </p:nvSpPr>
        <p:spPr>
          <a:xfrm>
            <a:off x="419100" y="155973"/>
            <a:ext cx="8066114" cy="648703"/>
          </a:xfrm>
        </p:spPr>
        <p:txBody>
          <a:bodyPr/>
          <a:lstStyle/>
          <a:p>
            <a:pPr lvl="0" indent="0" marL="0">
              <a:buNone/>
            </a:pPr>
            <a:r>
              <a:rPr/>
              <a:t>Digital Infrastructure - POE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hlinkClick r:id="rId2"/>
              </a:rPr>
              <a:t>POE app on toolbox</a:t>
            </a:r>
          </a:p>
          <a:p>
            <a:pPr lvl="0"/>
            <a:r>
              <a:rPr>
                <a:hlinkClick r:id="rId3"/>
              </a:rPr>
              <a:t>live dashboard on Wiki</a:t>
            </a:r>
          </a:p>
          <a:p>
            <a:pPr lvl="1"/>
            <a:r>
              <a:rPr/>
              <a:t>(likely to migrate it to WebApp instead)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hasCustomPrompt="1" type="title"/>
          </p:nvPr>
        </p:nvSpPr>
        <p:spPr>
          <a:xfrm>
            <a:off x="419100" y="155973"/>
            <a:ext cx="8066114" cy="648703"/>
          </a:xfrm>
        </p:spPr>
        <p:txBody>
          <a:bodyPr/>
          <a:lstStyle/>
          <a:p>
            <a:pPr lvl="0" indent="0" marL="0">
              <a:buNone/>
            </a:pPr>
            <a:r>
              <a:rPr/>
              <a:t>Digital Infrastructure - Growing Structured Data</a:t>
            </a:r>
          </a:p>
        </p:txBody>
      </p:sp>
      <p:pic>
        <p:nvPicPr>
          <p:cNvPr descr="images/engineering-dat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2600" y="1054100"/>
            <a:ext cx="7950200" cy="3810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hasCustomPrompt="1" type="title"/>
          </p:nvPr>
        </p:nvSpPr>
        <p:spPr>
          <a:xfrm>
            <a:off x="419100" y="155973"/>
            <a:ext cx="8066114" cy="648703"/>
          </a:xfrm>
        </p:spPr>
        <p:txBody>
          <a:bodyPr/>
          <a:lstStyle/>
          <a:p>
            <a:pPr lvl="0" indent="0" marL="0">
              <a:buNone/>
            </a:pPr>
            <a:r>
              <a:rPr/>
              <a:t>Digital Infrastructure - Engineering Insight / Dashboards</a:t>
            </a:r>
          </a:p>
        </p:txBody>
      </p:sp>
      <p:pic>
        <p:nvPicPr>
          <p:cNvPr descr="images/engineering-data-search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2600" y="1054100"/>
            <a:ext cx="7950200" cy="3810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hasCustomPrompt="1" type="title"/>
          </p:nvPr>
        </p:nvSpPr>
        <p:spPr>
          <a:xfrm>
            <a:off x="419100" y="155973"/>
            <a:ext cx="8066114" cy="648703"/>
          </a:xfrm>
        </p:spPr>
        <p:txBody>
          <a:bodyPr/>
          <a:lstStyle/>
          <a:p>
            <a:pPr lvl="0" indent="0" marL="0">
              <a:buNone/>
            </a:pPr>
            <a:r>
              <a:rPr/>
              <a:t>Digital Infrastructure - Engineering AI</a:t>
            </a:r>
          </a:p>
        </p:txBody>
      </p:sp>
      <p:pic>
        <p:nvPicPr>
          <p:cNvPr descr="images/engineering-data-chat-ai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2600" y="1054100"/>
            <a:ext cx="7950200" cy="3810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hasCustomPrompt="1" type="title"/>
          </p:nvPr>
        </p:nvSpPr>
        <p:spPr>
          <a:xfrm>
            <a:off x="419100" y="155973"/>
            <a:ext cx="8066114" cy="648703"/>
          </a:xfrm>
        </p:spPr>
        <p:txBody>
          <a:bodyPr/>
          <a:lstStyle/>
          <a:p>
            <a:pPr lvl="0" indent="0" marL="0">
              <a:buNone/>
            </a:pPr>
            <a:r>
              <a:rPr/>
              <a:t>Monitor Realtime Engineering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Dont try and capture data on the side!</a:t>
            </a:r>
          </a:p>
          <a:p>
            <a:pPr lvl="0"/>
            <a:r>
              <a:rPr/>
              <a:t>Apps that collate / operate on structured data have monitoring built-in</a:t>
            </a:r>
          </a:p>
          <a:p>
            <a:pPr lvl="0"/>
            <a:r>
              <a:rPr/>
              <a:t>The collected data drives insight, review and lessons learnt</a:t>
            </a:r>
          </a:p>
          <a:p>
            <a:pPr lvl="0"/>
            <a:r>
              <a:rPr/>
              <a:t>Our designs should contain all the data we need! Use it!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hasCustomPrompt="1" type="title"/>
          </p:nvPr>
        </p:nvSpPr>
        <p:spPr>
          <a:xfrm>
            <a:off x="419100" y="155973"/>
            <a:ext cx="8066114" cy="648703"/>
          </a:xfrm>
        </p:spPr>
        <p:txBody>
          <a:bodyPr/>
          <a:lstStyle/>
          <a:p>
            <a:pPr lvl="0" indent="0" marL="0">
              <a:buNone/>
            </a:pPr>
            <a:r>
              <a:rPr/>
              <a:t>Data added by apps will be integrated into the WebApp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 noGrp="1"/>
          </p:cNvSpPr>
          <p:nvPr>
            <p:ph hasCustomPrompt="1" type="ctrTitle"/>
          </p:nvPr>
        </p:nvSpPr>
        <p:spPr>
          <a:xfrm>
            <a:off x="431801" y="396427"/>
            <a:ext cx="5580063" cy="119863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WIP Demo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Max Fordham (White)2">
      <a:dk1>
        <a:srgbClr val="C1D82F"/>
      </a:dk1>
      <a:lt1>
        <a:srgbClr val="000000"/>
      </a:lt1>
      <a:dk2>
        <a:srgbClr val="FFFFFF"/>
      </a:dk2>
      <a:lt2>
        <a:srgbClr val="000000"/>
      </a:lt2>
      <a:accent1>
        <a:srgbClr val="F6861F"/>
      </a:accent1>
      <a:accent2>
        <a:srgbClr val="C1D82F"/>
      </a:accent2>
      <a:accent3>
        <a:srgbClr val="EE337F"/>
      </a:accent3>
      <a:accent4>
        <a:srgbClr val="7F7F7F"/>
      </a:accent4>
      <a:accent5>
        <a:srgbClr val="F9B678"/>
      </a:accent5>
      <a:accent6>
        <a:srgbClr val="93A61F"/>
      </a:accent6>
      <a:hlink>
        <a:srgbClr val="EE337F"/>
      </a:hlink>
      <a:folHlink>
        <a:srgbClr val="EE337F"/>
      </a:folHlink>
    </a:clrScheme>
    <a:fontScheme name="Office Theme">
      <a:majorFont>
        <a:latin typeface="Calibri"/>
        <a:ea typeface=""/>
        <a:cs typeface="Calibri"/>
      </a:majorFont>
      <a:minorFont>
        <a:latin typeface="Calibri"/>
        <a:ea typeface=""/>
        <a:cs typeface="Calibr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Max Lime">
        <a:dk1>
          <a:srgbClr val="C1D82F"/>
        </a:dk1>
        <a:lt1>
          <a:srgbClr val="FFFFFF"/>
        </a:lt1>
        <a:dk2>
          <a:srgbClr val="000000"/>
        </a:dk2>
        <a:lt2>
          <a:srgbClr val="FFFFFF"/>
        </a:lt2>
        <a:accent1>
          <a:srgbClr val="C1D82F"/>
        </a:accent1>
        <a:accent2>
          <a:srgbClr val="F6861F"/>
        </a:accent2>
        <a:accent3>
          <a:srgbClr val="EE337F"/>
        </a:accent3>
        <a:accent4>
          <a:srgbClr val="000000"/>
        </a:accent4>
        <a:accent5>
          <a:srgbClr val="3F3F3F"/>
        </a:accent5>
        <a:accent6>
          <a:srgbClr val="595959"/>
        </a:accent6>
        <a:hlink>
          <a:srgbClr val="EE337F"/>
        </a:hlink>
        <a:folHlink>
          <a:srgbClr val="EE337F"/>
        </a:folHlink>
      </a:clrScheme>
    </a:extraClrScheme>
    <a:extraClrScheme>
      <a:clrScheme name="Max Orange">
        <a:dk1>
          <a:srgbClr val="F6861F"/>
        </a:dk1>
        <a:lt1>
          <a:srgbClr val="FFFFFF"/>
        </a:lt1>
        <a:dk2>
          <a:srgbClr val="000000"/>
        </a:dk2>
        <a:lt2>
          <a:srgbClr val="FFFFFF"/>
        </a:lt2>
        <a:accent1>
          <a:srgbClr val="C1D82F"/>
        </a:accent1>
        <a:accent2>
          <a:srgbClr val="F6861F"/>
        </a:accent2>
        <a:accent3>
          <a:srgbClr val="EE337F"/>
        </a:accent3>
        <a:accent4>
          <a:srgbClr val="000000"/>
        </a:accent4>
        <a:accent5>
          <a:srgbClr val="3F3F3F"/>
        </a:accent5>
        <a:accent6>
          <a:srgbClr val="595959"/>
        </a:accent6>
        <a:hlink>
          <a:srgbClr val="EE337F"/>
        </a:hlink>
        <a:folHlink>
          <a:srgbClr val="EE337F"/>
        </a:folHlink>
      </a:clrScheme>
    </a:extraClrScheme>
    <a:extraClrScheme>
      <a:clrScheme name="Max Pink">
        <a:dk1>
          <a:srgbClr val="EE337F"/>
        </a:dk1>
        <a:lt1>
          <a:srgbClr val="FFFFFF"/>
        </a:lt1>
        <a:dk2>
          <a:srgbClr val="000000"/>
        </a:dk2>
        <a:lt2>
          <a:srgbClr val="FFFFFF"/>
        </a:lt2>
        <a:accent1>
          <a:srgbClr val="C1D82F"/>
        </a:accent1>
        <a:accent2>
          <a:srgbClr val="F6861F"/>
        </a:accent2>
        <a:accent3>
          <a:srgbClr val="EE337F"/>
        </a:accent3>
        <a:accent4>
          <a:srgbClr val="000000"/>
        </a:accent4>
        <a:accent5>
          <a:srgbClr val="3F3F3F"/>
        </a:accent5>
        <a:accent6>
          <a:srgbClr val="595959"/>
        </a:accent6>
        <a:hlink>
          <a:srgbClr val="EE337F"/>
        </a:hlink>
        <a:folHlink>
          <a:srgbClr val="EE337F"/>
        </a:folHlink>
      </a:clrScheme>
    </a:extraClrScheme>
    <a:extraClrScheme>
      <a:clrScheme name="Max White">
        <a:dk1>
          <a:srgbClr val="F6861F"/>
        </a:dk1>
        <a:lt1>
          <a:srgbClr val="000000"/>
        </a:lt1>
        <a:dk2>
          <a:srgbClr val="FFFFFF"/>
        </a:dk2>
        <a:lt2>
          <a:srgbClr val="000000"/>
        </a:lt2>
        <a:accent1>
          <a:srgbClr val="C1D82F"/>
        </a:accent1>
        <a:accent2>
          <a:srgbClr val="F6861F"/>
        </a:accent2>
        <a:accent3>
          <a:srgbClr val="FFFFFF"/>
        </a:accent3>
        <a:accent4>
          <a:srgbClr val="000000"/>
        </a:accent4>
        <a:accent5>
          <a:srgbClr val="DDE9AD"/>
        </a:accent5>
        <a:accent6>
          <a:srgbClr val="DF791B"/>
        </a:accent6>
        <a:hlink>
          <a:srgbClr val="EE337F"/>
        </a:hlink>
        <a:folHlink>
          <a:srgbClr val="EE337F"/>
        </a:folHlink>
      </a:clrScheme>
    </a:extraClrScheme>
  </a:extraClrSchemeLst>
  <a:extLst>
    <a:ext uri="{05A4C25C-085E-4340-85A3-A5531E510DB2}">
      <thm15:themeFamily xmlns:thm15="http://schemas.microsoft.com/office/thememl/2012/main" name="Max Fordham Brand Slides 2018" id="{D5192258-1477-4326-A978-483B48083AED}" vid="{7CA16A1A-152D-427E-85B6-5996F7EDDD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Max Fordham Brand Slides 2018</Template>
  <TotalTime>12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Calibri</vt:lpstr>
      <vt:lpstr>Max Fordham bullet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Max Fordham LLP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 Zero Carbon Metrics</dc:title>
  <dc:creator>John Gunstone</dc:creator>
  <cp:keywords/>
  <dcterms:created xsi:type="dcterms:W3CDTF">2024-10-25T13:47:33Z</dcterms:created>
  <dcterms:modified xsi:type="dcterms:W3CDTF">2024-10-25T13:47:33Z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2024-10-25</vt:lpwstr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toc-title">
    <vt:lpwstr>Table of contents</vt:lpwstr>
  </property>
</Properties>
</file>